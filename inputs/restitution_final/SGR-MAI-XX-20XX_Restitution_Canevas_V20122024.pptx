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842" r:id="rId5"/>
  </p:sldMasterIdLst>
  <p:notesMasterIdLst>
    <p:notesMasterId r:id="rId16"/>
  </p:notesMasterIdLst>
  <p:handoutMasterIdLst>
    <p:handoutMasterId r:id="rId17"/>
  </p:handoutMasterIdLst>
  <p:sldIdLst>
    <p:sldId id="266" r:id="rId6"/>
    <p:sldId id="5802" r:id="rId7"/>
    <p:sldId id="5803" r:id="rId8"/>
    <p:sldId id="5804" r:id="rId9"/>
    <p:sldId id="5805" r:id="rId10"/>
    <p:sldId id="5806" r:id="rId11"/>
    <p:sldId id="5807" r:id="rId12"/>
    <p:sldId id="5810" r:id="rId13"/>
    <p:sldId id="5813" r:id="rId14"/>
    <p:sldId id="5814" r:id="rId15"/>
  </p:sldIdLst>
  <p:sldSz cx="9144000" cy="6858000" type="screen4x3"/>
  <p:notesSz cx="6188075" cy="9320213"/>
  <p:custDataLst>
    <p:tags r:id="rId18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1pPr>
    <a:lvl2pPr marL="555225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2pPr>
    <a:lvl3pPr marL="1110448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3pPr>
    <a:lvl4pPr marL="1665672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4pPr>
    <a:lvl5pPr marL="2220896" algn="ctr" rtl="0" fontAlgn="base">
      <a:spcBef>
        <a:spcPct val="0"/>
      </a:spcBef>
      <a:spcAft>
        <a:spcPct val="0"/>
      </a:spcAft>
      <a:buClr>
        <a:schemeClr val="tx2"/>
      </a:buClr>
      <a:defRPr sz="1457" kern="1200">
        <a:solidFill>
          <a:schemeClr val="tx1"/>
        </a:solidFill>
        <a:latin typeface="Arial" charset="0"/>
        <a:ea typeface="+mn-ea"/>
        <a:cs typeface="+mn-cs"/>
      </a:defRPr>
    </a:lvl5pPr>
    <a:lvl6pPr marL="2776121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6pPr>
    <a:lvl7pPr marL="3331346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7pPr>
    <a:lvl8pPr marL="3886570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8pPr>
    <a:lvl9pPr marL="4441794" algn="l" defTabSz="1110448" rtl="0" eaLnBrk="1" latinLnBrk="0" hangingPunct="1">
      <a:defRPr sz="1457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6D0EF45-B90A-4F24-BA35-8C16BB57C988}">
          <p14:sldIdLst>
            <p14:sldId id="266"/>
            <p14:sldId id="5802"/>
            <p14:sldId id="5803"/>
            <p14:sldId id="5804"/>
            <p14:sldId id="5805"/>
            <p14:sldId id="5806"/>
            <p14:sldId id="5807"/>
            <p14:sldId id="5810"/>
            <p14:sldId id="5813"/>
            <p14:sldId id="58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43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8" userDrawn="1">
          <p15:clr>
            <a:srgbClr val="A4A3A4"/>
          </p15:clr>
        </p15:guide>
        <p15:guide id="2" pos="195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jilesh rajan" initials="" lastIdx="4" clrIdx="0"/>
  <p:cmAuthor id="1" name="BELHAJ Kenza" initials="BK" lastIdx="5" clrIdx="1"/>
  <p:cmAuthor id="2" name="GHANIM Ibtissam" initials="GI" lastIdx="3" clrIdx="2">
    <p:extLst>
      <p:ext uri="{19B8F6BF-5375-455C-9EA6-DF929625EA0E}">
        <p15:presenceInfo xmlns:p15="http://schemas.microsoft.com/office/powerpoint/2012/main" userId="S-1-5-21-3126896699-2736327119-1644971827-534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82"/>
    <a:srgbClr val="4E9C82"/>
    <a:srgbClr val="007C30"/>
    <a:srgbClr val="207068"/>
    <a:srgbClr val="78BCA5"/>
    <a:srgbClr val="A0141C"/>
    <a:srgbClr val="67CEFF"/>
    <a:srgbClr val="6DA8C9"/>
    <a:srgbClr val="FFE699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8E94A0-6DD2-1E42-BBF5-3AACAC35A872}" v="2" dt="2025-03-11T11:14:4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96301" autoAdjust="0"/>
  </p:normalViewPr>
  <p:slideViewPr>
    <p:cSldViewPr snapToGrid="0" showGuides="1">
      <p:cViewPr varScale="1">
        <p:scale>
          <a:sx n="113" d="100"/>
          <a:sy n="113" d="100"/>
        </p:scale>
        <p:origin x="2696" y="488"/>
      </p:cViewPr>
      <p:guideLst>
        <p:guide orient="horz" pos="187"/>
        <p:guide pos="4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-12568"/>
    </p:cViewPr>
  </p:sorterViewPr>
  <p:notesViewPr>
    <p:cSldViewPr snapToGrid="0" showGuides="1">
      <p:cViewPr varScale="1">
        <p:scale>
          <a:sx n="49" d="100"/>
          <a:sy n="49" d="100"/>
        </p:scale>
        <p:origin x="2839" y="24"/>
      </p:cViewPr>
      <p:guideLst>
        <p:guide orient="horz" pos="2938"/>
        <p:guide pos="195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KY Sami" userId="491c6483-5bb6-4d6b-9dc3-2650a26c7969" providerId="ADAL" clId="{CA8E94A0-6DD2-1E42-BBF5-3AACAC35A872}"/>
    <pc:docChg chg="custSel modSld modMainMaster">
      <pc:chgData name="RIFKY Sami" userId="491c6483-5bb6-4d6b-9dc3-2650a26c7969" providerId="ADAL" clId="{CA8E94A0-6DD2-1E42-BBF5-3AACAC35A872}" dt="2025-03-11T11:15:04.172" v="12" actId="478"/>
      <pc:docMkLst>
        <pc:docMk/>
      </pc:docMkLst>
      <pc:sldChg chg="addSp delSp modSp mod">
        <pc:chgData name="RIFKY Sami" userId="491c6483-5bb6-4d6b-9dc3-2650a26c7969" providerId="ADAL" clId="{CA8E94A0-6DD2-1E42-BBF5-3AACAC35A872}" dt="2025-03-11T11:14:22.594" v="5" actId="478"/>
        <pc:sldMkLst>
          <pc:docMk/>
          <pc:sldMk cId="841813561" sldId="266"/>
        </pc:sldMkLst>
        <pc:spChg chg="add del mod">
          <ac:chgData name="RIFKY Sami" userId="491c6483-5bb6-4d6b-9dc3-2650a26c7969" providerId="ADAL" clId="{CA8E94A0-6DD2-1E42-BBF5-3AACAC35A872}" dt="2025-03-11T11:14:22.594" v="5" actId="478"/>
          <ac:spMkLst>
            <pc:docMk/>
            <pc:sldMk cId="841813561" sldId="266"/>
            <ac:spMk id="7" creationId="{CB3B0086-0BA4-60BB-D838-E3331A465C97}"/>
          </ac:spMkLst>
        </pc:spChg>
        <pc:picChg chg="add mod">
          <ac:chgData name="RIFKY Sami" userId="491c6483-5bb6-4d6b-9dc3-2650a26c7969" providerId="ADAL" clId="{CA8E94A0-6DD2-1E42-BBF5-3AACAC35A872}" dt="2025-03-11T11:14:15.650" v="3" actId="1076"/>
          <ac:picMkLst>
            <pc:docMk/>
            <pc:sldMk cId="841813561" sldId="266"/>
            <ac:picMk id="3" creationId="{6ED7FDBF-7970-8B90-606F-4DB2A06F7B62}"/>
          </ac:picMkLst>
        </pc:picChg>
        <pc:picChg chg="del">
          <ac:chgData name="RIFKY Sami" userId="491c6483-5bb6-4d6b-9dc3-2650a26c7969" providerId="ADAL" clId="{CA8E94A0-6DD2-1E42-BBF5-3AACAC35A872}" dt="2025-03-11T11:14:20.720" v="4" actId="478"/>
          <ac:picMkLst>
            <pc:docMk/>
            <pc:sldMk cId="841813561" sldId="266"/>
            <ac:picMk id="11" creationId="{88319283-F6F1-FE58-7077-FD4A6D62FBEE}"/>
          </ac:picMkLst>
        </pc:picChg>
      </pc:sldChg>
      <pc:sldChg chg="addSp delSp modSp mod">
        <pc:chgData name="RIFKY Sami" userId="491c6483-5bb6-4d6b-9dc3-2650a26c7969" providerId="ADAL" clId="{CA8E94A0-6DD2-1E42-BBF5-3AACAC35A872}" dt="2025-03-11T11:14:46.599" v="9"/>
        <pc:sldMkLst>
          <pc:docMk/>
          <pc:sldMk cId="538549955" sldId="5814"/>
        </pc:sldMkLst>
        <pc:spChg chg="add del mod">
          <ac:chgData name="RIFKY Sami" userId="491c6483-5bb6-4d6b-9dc3-2650a26c7969" providerId="ADAL" clId="{CA8E94A0-6DD2-1E42-BBF5-3AACAC35A872}" dt="2025-03-11T11:14:45.890" v="8" actId="478"/>
          <ac:spMkLst>
            <pc:docMk/>
            <pc:sldMk cId="538549955" sldId="5814"/>
            <ac:spMk id="4" creationId="{4BCCC6DF-9535-4E4C-E91F-227FD19139C2}"/>
          </ac:spMkLst>
        </pc:spChg>
        <pc:picChg chg="add mod">
          <ac:chgData name="RIFKY Sami" userId="491c6483-5bb6-4d6b-9dc3-2650a26c7969" providerId="ADAL" clId="{CA8E94A0-6DD2-1E42-BBF5-3AACAC35A872}" dt="2025-03-11T11:14:46.599" v="9"/>
          <ac:picMkLst>
            <pc:docMk/>
            <pc:sldMk cId="538549955" sldId="5814"/>
            <ac:picMk id="5" creationId="{D52788F1-3B26-24EA-766F-D9A6FB028358}"/>
          </ac:picMkLst>
        </pc:picChg>
        <pc:picChg chg="del mod">
          <ac:chgData name="RIFKY Sami" userId="491c6483-5bb6-4d6b-9dc3-2650a26c7969" providerId="ADAL" clId="{CA8E94A0-6DD2-1E42-BBF5-3AACAC35A872}" dt="2025-03-11T11:14:43.990" v="7" actId="478"/>
          <ac:picMkLst>
            <pc:docMk/>
            <pc:sldMk cId="538549955" sldId="5814"/>
            <ac:picMk id="11" creationId="{88319283-F6F1-FE58-7077-FD4A6D62FBEE}"/>
          </ac:picMkLst>
        </pc:picChg>
      </pc:sldChg>
      <pc:sldMasterChg chg="modSldLayout">
        <pc:chgData name="RIFKY Sami" userId="491c6483-5bb6-4d6b-9dc3-2650a26c7969" providerId="ADAL" clId="{CA8E94A0-6DD2-1E42-BBF5-3AACAC35A872}" dt="2025-03-11T11:15:04.172" v="12" actId="478"/>
        <pc:sldMasterMkLst>
          <pc:docMk/>
          <pc:sldMasterMk cId="1144752724" sldId="2147483842"/>
        </pc:sldMasterMkLst>
        <pc:sldLayoutChg chg="delSp modSp mod">
          <pc:chgData name="RIFKY Sami" userId="491c6483-5bb6-4d6b-9dc3-2650a26c7969" providerId="ADAL" clId="{CA8E94A0-6DD2-1E42-BBF5-3AACAC35A872}" dt="2025-03-11T11:15:04.172" v="12" actId="478"/>
          <pc:sldLayoutMkLst>
            <pc:docMk/>
            <pc:sldMasterMk cId="1144752724" sldId="2147483842"/>
            <pc:sldLayoutMk cId="2268930388" sldId="2147483843"/>
          </pc:sldLayoutMkLst>
          <pc:spChg chg="del">
            <ac:chgData name="RIFKY Sami" userId="491c6483-5bb6-4d6b-9dc3-2650a26c7969" providerId="ADAL" clId="{CA8E94A0-6DD2-1E42-BBF5-3AACAC35A872}" dt="2025-03-11T11:15:03.577" v="10" actId="478"/>
            <ac:spMkLst>
              <pc:docMk/>
              <pc:sldMasterMk cId="1144752724" sldId="2147483842"/>
              <pc:sldLayoutMk cId="2268930388" sldId="2147483843"/>
              <ac:spMk id="19" creationId="{00000000-0000-0000-0000-000000000000}"/>
            </ac:spMkLst>
          </pc:spChg>
          <pc:picChg chg="del mod">
            <ac:chgData name="RIFKY Sami" userId="491c6483-5bb6-4d6b-9dc3-2650a26c7969" providerId="ADAL" clId="{CA8E94A0-6DD2-1E42-BBF5-3AACAC35A872}" dt="2025-03-11T11:15:04.172" v="12" actId="478"/>
            <ac:picMkLst>
              <pc:docMk/>
              <pc:sldMasterMk cId="1144752724" sldId="2147483842"/>
              <pc:sldLayoutMk cId="2268930388" sldId="2147483843"/>
              <ac:picMk id="11" creationId="{00000000-0000-0000-0000-00000000000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4921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gray">
          <a:xfrm>
            <a:off x="365125" y="585788"/>
            <a:ext cx="5467350" cy="4100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693649" y="5007692"/>
            <a:ext cx="4810613" cy="1494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gray">
          <a:xfrm>
            <a:off x="5169221" y="8911025"/>
            <a:ext cx="335028" cy="224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4470">
              <a:buClrTx/>
              <a:defRPr/>
            </a:lvl1pPr>
          </a:lstStyle>
          <a:p>
            <a:fld id="{80804ED8-C392-434F-B63E-FAC66BA1092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gray">
          <a:xfrm>
            <a:off x="5244578" y="111592"/>
            <a:ext cx="25968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4470">
              <a:buClrTx/>
              <a:defRPr sz="700"/>
            </a:lvl1pPr>
          </a:lstStyle>
          <a:p>
            <a:r>
              <a:rPr lang="en-US" dirty="0"/>
              <a:t>Doc Id</a:t>
            </a:r>
          </a:p>
        </p:txBody>
      </p:sp>
    </p:spTree>
    <p:extLst>
      <p:ext uri="{BB962C8B-B14F-4D97-AF65-F5344CB8AC3E}">
        <p14:creationId xmlns:p14="http://schemas.microsoft.com/office/powerpoint/2010/main" val="39602832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087314" rtl="0" fontAlgn="base">
      <a:spcBef>
        <a:spcPct val="0"/>
      </a:spcBef>
      <a:spcAft>
        <a:spcPct val="0"/>
      </a:spcAft>
      <a:buClr>
        <a:schemeClr val="tx2"/>
      </a:buClr>
      <a:defRPr sz="1943" kern="1200">
        <a:solidFill>
          <a:schemeClr val="tx1"/>
        </a:solidFill>
        <a:latin typeface="Arial" charset="0"/>
        <a:ea typeface="+mn-ea"/>
        <a:cs typeface="+mn-cs"/>
      </a:defRPr>
    </a:lvl1pPr>
    <a:lvl2pPr marL="142662" indent="-140735" algn="l" defTabSz="1087314" rtl="0" fontAlgn="base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943" kern="1200">
        <a:solidFill>
          <a:schemeClr val="tx1"/>
        </a:solidFill>
        <a:latin typeface="Arial" charset="0"/>
        <a:ea typeface="+mn-ea"/>
        <a:cs typeface="+mn-cs"/>
      </a:defRPr>
    </a:lvl2pPr>
    <a:lvl3pPr marL="364366" indent="-219776" algn="l" defTabSz="1087314" rtl="0" fontAlgn="base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943" kern="1200">
        <a:solidFill>
          <a:schemeClr val="tx1"/>
        </a:solidFill>
        <a:latin typeface="Arial" charset="0"/>
        <a:ea typeface="+mn-ea"/>
        <a:cs typeface="+mn-cs"/>
      </a:defRPr>
    </a:lvl3pPr>
    <a:lvl4pPr marL="518595" indent="-152302" algn="l" defTabSz="1087314" rtl="0" fontAlgn="base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943" kern="1200">
        <a:solidFill>
          <a:schemeClr val="tx1"/>
        </a:solidFill>
        <a:latin typeface="Arial" charset="0"/>
        <a:ea typeface="+mn-ea"/>
        <a:cs typeface="+mn-cs"/>
      </a:defRPr>
    </a:lvl4pPr>
    <a:lvl5pPr marL="659329" indent="-138806" algn="l" defTabSz="1087314" rtl="0" fontAlgn="base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943" kern="1200">
        <a:solidFill>
          <a:schemeClr val="tx1"/>
        </a:solidFill>
        <a:latin typeface="Arial" charset="0"/>
        <a:ea typeface="+mn-ea"/>
        <a:cs typeface="+mn-cs"/>
      </a:defRPr>
    </a:lvl5pPr>
    <a:lvl6pPr marL="2776121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6pPr>
    <a:lvl7pPr marL="3331346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7pPr>
    <a:lvl8pPr marL="3886570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8pPr>
    <a:lvl9pPr marL="4441794" algn="l" defTabSz="1110448" rtl="0" eaLnBrk="1" latinLnBrk="0" hangingPunct="1">
      <a:defRPr sz="14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93649" y="5007693"/>
            <a:ext cx="4810613" cy="298993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61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8681586"/>
              </p:ext>
            </p:extLst>
          </p:nvPr>
        </p:nvGraphicFramePr>
        <p:xfrm>
          <a:off x="1622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70" imgH="270" progId="TCLayout.ActiveDocument.1">
                  <p:embed/>
                </p:oleObj>
              </mc:Choice>
              <mc:Fallback>
                <p:oleObj name="Diapositive think-cell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2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king Draft Text" hidden="1"/>
          <p:cNvSpPr txBox="1">
            <a:spLocks noChangeArrowheads="1"/>
          </p:cNvSpPr>
          <p:nvPr userDrawn="1"/>
        </p:nvSpPr>
        <p:spPr bwMode="auto">
          <a:xfrm>
            <a:off x="286769" y="270781"/>
            <a:ext cx="780663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705" b="1" dirty="0">
                <a:solidFill>
                  <a:srgbClr val="FFFFFF"/>
                </a:solidFill>
                <a:latin typeface="Arial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 userDrawn="1"/>
        </p:nvSpPr>
        <p:spPr bwMode="auto">
          <a:xfrm>
            <a:off x="286769" y="396387"/>
            <a:ext cx="2215350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GB" sz="705" dirty="0">
                <a:solidFill>
                  <a:srgbClr val="FFFFFF"/>
                </a:solidFill>
                <a:latin typeface="Arial"/>
              </a:rPr>
              <a:t>Last Modified 18/01/2019 23:40 Arabian Standard Time</a:t>
            </a:r>
            <a:endParaRPr lang="en-US" sz="705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rinted" hidden="1"/>
          <p:cNvSpPr txBox="1">
            <a:spLocks noChangeArrowheads="1"/>
          </p:cNvSpPr>
          <p:nvPr userDrawn="1"/>
        </p:nvSpPr>
        <p:spPr bwMode="auto">
          <a:xfrm>
            <a:off x="286761" y="522002"/>
            <a:ext cx="286938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705" dirty="0">
                <a:solidFill>
                  <a:srgbClr val="FFFFFF"/>
                </a:solidFill>
                <a:latin typeface="Arial"/>
              </a:rPr>
              <a:t>Printed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 userDrawn="1"/>
        </p:nvSpPr>
        <p:spPr bwMode="auto">
          <a:xfrm>
            <a:off x="286769" y="6490093"/>
            <a:ext cx="3660967" cy="19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1236" dirty="0">
                <a:solidFill>
                  <a:srgbClr val="FFFFFF"/>
                </a:solidFill>
                <a:latin typeface="Arial"/>
              </a:rPr>
              <a:t>Document type | Date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52" y="66531"/>
            <a:ext cx="652945" cy="716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893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BB3C272-F2DD-4A2C-B3AF-8BFE635D5F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578262"/>
              </p:ext>
            </p:extLst>
          </p:nvPr>
        </p:nvGraphicFramePr>
        <p:xfrm>
          <a:off x="1445" y="1401"/>
          <a:ext cx="1443" cy="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47" imgH="346" progId="TCLayout.ActiveDocument.1">
                  <p:embed/>
                </p:oleObj>
              </mc:Choice>
              <mc:Fallback>
                <p:oleObj name="Diapositive think-cell" r:id="rId3" imgW="347" imgH="34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BB3C272-F2DD-4A2C-B3AF-8BFE635D5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5" y="1401"/>
                        <a:ext cx="1443" cy="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102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9" userDrawn="1">
          <p15:clr>
            <a:srgbClr val="F26B43"/>
          </p15:clr>
        </p15:guide>
        <p15:guide id="2" pos="83" userDrawn="1">
          <p15:clr>
            <a:srgbClr val="F26B43"/>
          </p15:clr>
        </p15:guide>
        <p15:guide id="3" orient="horz" pos="880" userDrawn="1">
          <p15:clr>
            <a:srgbClr val="F26B43"/>
          </p15:clr>
        </p15:guide>
        <p15:guide id="4" orient="horz" pos="6029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16">
            <a:extLst>
              <a:ext uri="{FF2B5EF4-FFF2-40B4-BE49-F238E27FC236}">
                <a16:creationId xmlns:a16="http://schemas.microsoft.com/office/drawing/2014/main" id="{DD69C2CF-C332-422A-0DC7-8B67964D4DC8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3263"/>
            <a:ext cx="9144000" cy="6861263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B05A460-420E-41F6-34BD-D031B3008E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22848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174A338-390F-8C9F-2CA4-F2E5430371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99828" y="940923"/>
            <a:ext cx="4262558" cy="4981717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72E52-9ED1-1CAA-A91E-86B79D59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20" y="5730996"/>
            <a:ext cx="1821852" cy="1065296"/>
          </a:xfrm>
          <a:prstGeom prst="rect">
            <a:avLst/>
          </a:prstGeom>
        </p:spPr>
      </p:pic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E2C3EC9-A00F-4A6D-6EF6-D0D4E9C38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320" y="933626"/>
            <a:ext cx="3707161" cy="5747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Cover title here</a:t>
            </a:r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173BC59-F725-F71C-E72C-C4482141E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805" y="316137"/>
            <a:ext cx="443114" cy="1298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ct val="100000"/>
              </a:lnSpc>
              <a:defRPr sz="548" baseline="0">
                <a:solidFill>
                  <a:schemeClr val="bg1"/>
                </a:solidFill>
                <a:latin typeface="Poppins" pitchFamily="2" charset="77"/>
              </a:defRPr>
            </a:lvl1pPr>
          </a:lstStyle>
          <a:p>
            <a:fld id="{505A8754-982B-6E4C-8D66-EA42001D7A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2566792-91A2-F4DD-E9EE-C3118D94BAD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36162" y="1572027"/>
            <a:ext cx="3706318" cy="2563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91">
                <a:solidFill>
                  <a:schemeClr val="bg1"/>
                </a:solidFill>
              </a:defRPr>
            </a:lvl1pPr>
            <a:lvl2pPr marL="340303" indent="0">
              <a:buNone/>
              <a:defRPr sz="1042"/>
            </a:lvl2pPr>
            <a:lvl3pPr marL="680607" indent="0">
              <a:buNone/>
              <a:defRPr sz="893"/>
            </a:lvl3pPr>
            <a:lvl4pPr marL="1020909" indent="0">
              <a:buNone/>
              <a:defRPr sz="744"/>
            </a:lvl4pPr>
            <a:lvl5pPr marL="1361213" indent="0">
              <a:buNone/>
              <a:defRPr sz="744"/>
            </a:lvl5pPr>
            <a:lvl6pPr marL="1701516" indent="0">
              <a:buNone/>
              <a:defRPr sz="744"/>
            </a:lvl6pPr>
            <a:lvl7pPr marL="2041819" indent="0">
              <a:buNone/>
              <a:defRPr sz="744"/>
            </a:lvl7pPr>
            <a:lvl8pPr marL="2382122" indent="0">
              <a:buNone/>
              <a:defRPr sz="744"/>
            </a:lvl8pPr>
            <a:lvl9pPr marL="2722425" indent="0">
              <a:buNone/>
              <a:defRPr sz="74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93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8.xml"/><Relationship Id="rId34" Type="http://schemas.openxmlformats.org/officeDocument/2006/relationships/oleObject" Target="../embeddings/oleObject1.bin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0" Type="http://schemas.openxmlformats.org/officeDocument/2006/relationships/tags" Target="../tags/tag17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image" Target="../media/image2.png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image" Target="../media/image1.emf"/><Relationship Id="rId8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745427183"/>
              </p:ext>
            </p:extLst>
          </p:nvPr>
        </p:nvGraphicFramePr>
        <p:xfrm>
          <a:off x="0" y="11"/>
          <a:ext cx="161984" cy="1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4" imgW="270" imgH="270" progId="TCLayout.ActiveDocument.1">
                  <p:embed/>
                </p:oleObj>
              </mc:Choice>
              <mc:Fallback>
                <p:oleObj name="Diapositive think-cell" r:id="rId3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0" y="11"/>
                        <a:ext cx="161984" cy="1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6"/>
            </p:custDataLst>
          </p:nvPr>
        </p:nvSpPr>
        <p:spPr bwMode="auto">
          <a:xfrm>
            <a:off x="0" y="11"/>
            <a:ext cx="161984" cy="16197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>
              <a:buClrTx/>
            </a:pPr>
            <a:endParaRPr lang="en-US" sz="1765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8228749" y="1986403"/>
            <a:ext cx="1687963" cy="8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GB" sz="529" dirty="0">
                <a:solidFill>
                  <a:srgbClr val="808080"/>
                </a:solidFill>
                <a:latin typeface="Arial"/>
              </a:rPr>
              <a:t>Last Modified 18/01/2019 23:40 Arabian Standard Time</a:t>
            </a:r>
            <a:endParaRPr lang="en-US" sz="1412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8964523" y="4204385"/>
            <a:ext cx="216406" cy="8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buClrTx/>
              <a:defRPr/>
            </a:pPr>
            <a:r>
              <a:rPr lang="en-US" sz="529" dirty="0">
                <a:solidFill>
                  <a:srgbClr val="808080"/>
                </a:solidFill>
                <a:latin typeface="Arial"/>
              </a:rPr>
              <a:t>Printed</a:t>
            </a:r>
            <a:endParaRPr lang="en-US" sz="1412" dirty="0">
              <a:solidFill>
                <a:srgbClr val="808080"/>
              </a:solidFill>
              <a:latin typeface="Arial"/>
            </a:endParaRPr>
          </a:p>
        </p:txBody>
      </p:sp>
      <p:sp>
        <p:nvSpPr>
          <p:cNvPr id="64" name="1. On-page tracker" hidden="1">
            <a:extLst>
              <a:ext uri="{FF2B5EF4-FFF2-40B4-BE49-F238E27FC236}">
                <a16:creationId xmlns:a16="http://schemas.microsoft.com/office/drawing/2014/main" id="{C8E6BAE1-1ACB-4851-BC13-8EFC7640B65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74944" y="40265"/>
            <a:ext cx="434414" cy="10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>
              <a:buClrTx/>
            </a:pPr>
            <a:r>
              <a:rPr lang="en-US" sz="705" cap="all" dirty="0">
                <a:solidFill>
                  <a:srgbClr val="808080"/>
                </a:solidFill>
                <a:latin typeface="Arial"/>
              </a:rPr>
              <a:t>Tracker</a:t>
            </a:r>
          </a:p>
        </p:txBody>
      </p:sp>
      <p:sp>
        <p:nvSpPr>
          <p:cNvPr id="65" name="3. Unit of measure" hidden="1">
            <a:extLst>
              <a:ext uri="{FF2B5EF4-FFF2-40B4-BE49-F238E27FC236}">
                <a16:creationId xmlns:a16="http://schemas.microsoft.com/office/drawing/2014/main" id="{A26708E0-8EF2-4235-A0FA-8BE69BB3B6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74945" y="533927"/>
            <a:ext cx="8794115" cy="217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ClrTx/>
              <a:defRPr/>
            </a:pPr>
            <a:r>
              <a:rPr lang="en-US" sz="1412" dirty="0">
                <a:solidFill>
                  <a:srgbClr val="808080"/>
                </a:solidFill>
                <a:latin typeface="Arial"/>
              </a:rPr>
              <a:t>Subtitle</a:t>
            </a:r>
          </a:p>
        </p:txBody>
      </p:sp>
      <p:sp>
        <p:nvSpPr>
          <p:cNvPr id="67" name="4. Footnote" hidden="1">
            <a:extLst>
              <a:ext uri="{FF2B5EF4-FFF2-40B4-BE49-F238E27FC236}">
                <a16:creationId xmlns:a16="http://schemas.microsoft.com/office/drawing/2014/main" id="{1A11D768-2B06-4AC2-84A4-3B902D25F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9" y="6497233"/>
            <a:ext cx="7721433" cy="109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>
            <a:lvl1pPr marL="104775" indent="-104775"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78437" indent="-78437" algn="l">
              <a:buClrTx/>
              <a:defRPr/>
            </a:pPr>
            <a:r>
              <a:rPr lang="en-US" sz="705" dirty="0">
                <a:solidFill>
                  <a:srgbClr val="808080"/>
                </a:solidFill>
                <a:latin typeface="Arial"/>
              </a:rPr>
              <a:t>1 Footnote</a:t>
            </a:r>
          </a:p>
        </p:txBody>
      </p:sp>
      <p:sp>
        <p:nvSpPr>
          <p:cNvPr id="68" name="5. Source" hidden="1">
            <a:extLst>
              <a:ext uri="{FF2B5EF4-FFF2-40B4-BE49-F238E27FC236}">
                <a16:creationId xmlns:a16="http://schemas.microsoft.com/office/drawing/2014/main" id="{F0709AFC-9756-4567-B119-1996FF2B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9" y="6648529"/>
            <a:ext cx="7721433" cy="109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/>
          <a:p>
            <a:pPr marL="336162" indent="-336162" algn="l" defTabSz="789980">
              <a:buClrTx/>
              <a:tabLst>
                <a:tab pos="336162" algn="l"/>
              </a:tabLst>
            </a:pPr>
            <a:r>
              <a:rPr lang="en-US" sz="705" dirty="0">
                <a:solidFill>
                  <a:srgbClr val="808080"/>
                </a:solidFill>
                <a:latin typeface="Arial"/>
              </a:rPr>
              <a:t>Source: Source</a:t>
            </a:r>
          </a:p>
        </p:txBody>
      </p:sp>
      <p:grpSp>
        <p:nvGrpSpPr>
          <p:cNvPr id="69" name="ACET" hidden="1">
            <a:extLst>
              <a:ext uri="{FF2B5EF4-FFF2-40B4-BE49-F238E27FC236}">
                <a16:creationId xmlns:a16="http://schemas.microsoft.com/office/drawing/2014/main" id="{7E6A62C2-379C-4ADC-82C0-30B9556848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320513" y="1652920"/>
            <a:ext cx="3876387" cy="448235"/>
            <a:chOff x="915" y="710"/>
            <a:chExt cx="2686" cy="320"/>
          </a:xfrm>
        </p:grpSpPr>
        <p:cxnSp>
          <p:nvCxnSpPr>
            <p:cNvPr id="70" name="AutoShape 249">
              <a:extLst>
                <a:ext uri="{FF2B5EF4-FFF2-40B4-BE49-F238E27FC236}">
                  <a16:creationId xmlns:a16="http://schemas.microsoft.com/office/drawing/2014/main" id="{3E210AE7-BF19-463F-94E6-31C964B7DC56}"/>
                </a:ext>
              </a:extLst>
            </p:cNvPr>
            <p:cNvCxnSpPr>
              <a:cxnSpLocks noChangeShapeType="1"/>
              <a:stCxn id="71" idx="4"/>
              <a:endCxn id="71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AutoShape 250">
              <a:extLst>
                <a:ext uri="{FF2B5EF4-FFF2-40B4-BE49-F238E27FC236}">
                  <a16:creationId xmlns:a16="http://schemas.microsoft.com/office/drawing/2014/main" id="{EF5C6248-3B26-465A-831E-FC0289002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noAutofit/>
            </a:bodyPr>
            <a:lstStyle/>
            <a:p>
              <a:pPr algn="l">
                <a:buClrTx/>
              </a:pPr>
              <a:r>
                <a:rPr lang="en-US" sz="1412" b="1" dirty="0">
                  <a:solidFill>
                    <a:srgbClr val="000000"/>
                  </a:solidFill>
                  <a:latin typeface="Arial"/>
                </a:rPr>
                <a:t>Title</a:t>
              </a:r>
            </a:p>
            <a:p>
              <a:pPr algn="l">
                <a:buClrTx/>
              </a:pPr>
              <a:r>
                <a:rPr lang="en-US" sz="1412" dirty="0">
                  <a:solidFill>
                    <a:srgbClr val="808080"/>
                  </a:solidFill>
                  <a:latin typeface="Arial"/>
                </a:rPr>
                <a:t>Unit of measure</a:t>
              </a:r>
            </a:p>
          </p:txBody>
        </p:sp>
      </p:grpSp>
      <p:grpSp>
        <p:nvGrpSpPr>
          <p:cNvPr id="72" name="Sticker" hidden="1">
            <a:extLst>
              <a:ext uri="{FF2B5EF4-FFF2-40B4-BE49-F238E27FC236}">
                <a16:creationId xmlns:a16="http://schemas.microsoft.com/office/drawing/2014/main" id="{9552BC30-8810-4B19-AE33-07AC02CA453F}"/>
              </a:ext>
            </a:extLst>
          </p:cNvPr>
          <p:cNvGrpSpPr/>
          <p:nvPr userDrawn="1"/>
        </p:nvGrpSpPr>
        <p:grpSpPr bwMode="auto">
          <a:xfrm>
            <a:off x="8547024" y="239958"/>
            <a:ext cx="422039" cy="136191"/>
            <a:chOff x="8276533" y="285750"/>
            <a:chExt cx="464242" cy="154349"/>
          </a:xfrm>
        </p:grpSpPr>
        <p:sp>
          <p:nvSpPr>
            <p:cNvPr id="73" name="StickerRectangle">
              <a:extLst>
                <a:ext uri="{FF2B5EF4-FFF2-40B4-BE49-F238E27FC236}">
                  <a16:creationId xmlns:a16="http://schemas.microsoft.com/office/drawing/2014/main" id="{7E5BAD30-7656-4C00-808C-1B85E39E5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6533" y="285750"/>
              <a:ext cx="464242" cy="154349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789980">
                <a:buClr>
                  <a:srgbClr val="002960"/>
                </a:buClr>
              </a:pPr>
              <a:r>
                <a:rPr lang="en-US" sz="705" dirty="0">
                  <a:solidFill>
                    <a:srgbClr val="808080"/>
                  </a:solidFill>
                  <a:latin typeface="Arial"/>
                </a:rPr>
                <a:t>STICKER</a:t>
              </a:r>
            </a:p>
          </p:txBody>
        </p:sp>
        <p:cxnSp>
          <p:nvCxnSpPr>
            <p:cNvPr id="74" name="AutoShape 31">
              <a:extLst>
                <a:ext uri="{FF2B5EF4-FFF2-40B4-BE49-F238E27FC236}">
                  <a16:creationId xmlns:a16="http://schemas.microsoft.com/office/drawing/2014/main" id="{1FD0CF60-84FA-42D4-85E7-583FCD2772AB}"/>
                </a:ext>
              </a:extLst>
            </p:cNvPr>
            <p:cNvCxnSpPr>
              <a:cxnSpLocks noChangeShapeType="1"/>
              <a:stCxn id="73" idx="2"/>
              <a:endCxn id="73" idx="4"/>
            </p:cNvCxnSpPr>
            <p:nvPr/>
          </p:nvCxnSpPr>
          <p:spPr bwMode="auto">
            <a:xfrm>
              <a:off x="8276533" y="285750"/>
              <a:ext cx="0" cy="154349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AutoShape 32">
              <a:extLst>
                <a:ext uri="{FF2B5EF4-FFF2-40B4-BE49-F238E27FC236}">
                  <a16:creationId xmlns:a16="http://schemas.microsoft.com/office/drawing/2014/main" id="{FFB95E0A-231F-4299-AEDB-F99D64DD5DEE}"/>
                </a:ext>
              </a:extLst>
            </p:cNvPr>
            <p:cNvCxnSpPr>
              <a:cxnSpLocks noChangeShapeType="1"/>
              <a:stCxn id="73" idx="4"/>
              <a:endCxn id="73" idx="6"/>
            </p:cNvCxnSpPr>
            <p:nvPr/>
          </p:nvCxnSpPr>
          <p:spPr bwMode="auto">
            <a:xfrm>
              <a:off x="8276533" y="440099"/>
              <a:ext cx="464242" cy="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6" name="LegendLines" hidden="1">
            <a:extLst>
              <a:ext uri="{FF2B5EF4-FFF2-40B4-BE49-F238E27FC236}">
                <a16:creationId xmlns:a16="http://schemas.microsoft.com/office/drawing/2014/main" id="{77E8E7D4-3282-4561-A28F-E255C6F58627}"/>
              </a:ext>
            </a:extLst>
          </p:cNvPr>
          <p:cNvGrpSpPr/>
          <p:nvPr userDrawn="1"/>
        </p:nvGrpSpPr>
        <p:grpSpPr bwMode="auto">
          <a:xfrm>
            <a:off x="7994761" y="239959"/>
            <a:ext cx="962935" cy="644977"/>
            <a:chOff x="7607284" y="279400"/>
            <a:chExt cx="1059226" cy="730972"/>
          </a:xfrm>
        </p:grpSpPr>
        <p:sp>
          <p:nvSpPr>
            <p:cNvPr id="77" name="LineLegend1">
              <a:extLst>
                <a:ext uri="{FF2B5EF4-FFF2-40B4-BE49-F238E27FC236}">
                  <a16:creationId xmlns:a16="http://schemas.microsoft.com/office/drawing/2014/main" id="{9AEB8548-1A44-4CF5-8473-014C2B9C7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387122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LineLegend2">
              <a:extLst>
                <a:ext uri="{FF2B5EF4-FFF2-40B4-BE49-F238E27FC236}">
                  <a16:creationId xmlns:a16="http://schemas.microsoft.com/office/drawing/2014/main" id="{80688407-B471-4709-B67B-9EB8ABA84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653822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LineLegend3">
              <a:extLst>
                <a:ext uri="{FF2B5EF4-FFF2-40B4-BE49-F238E27FC236}">
                  <a16:creationId xmlns:a16="http://schemas.microsoft.com/office/drawing/2014/main" id="{4944804A-F296-4905-9FCA-A2E6C3FAA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7284" y="933223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Legend1">
              <a:extLst>
                <a:ext uri="{FF2B5EF4-FFF2-40B4-BE49-F238E27FC236}">
                  <a16:creationId xmlns:a16="http://schemas.microsoft.com/office/drawing/2014/main" id="{C42B45C1-A1E3-4F49-A3AF-954ED819A187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169259" y="279400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1" name="Legend2">
              <a:extLst>
                <a:ext uri="{FF2B5EF4-FFF2-40B4-BE49-F238E27FC236}">
                  <a16:creationId xmlns:a16="http://schemas.microsoft.com/office/drawing/2014/main" id="{297C18E8-6250-41A6-92EB-64B93050D98A}"/>
                </a:ext>
              </a:extLst>
            </p:cNvPr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169259" y="546100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2" name="Legend3">
              <a:extLst>
                <a:ext uri="{FF2B5EF4-FFF2-40B4-BE49-F238E27FC236}">
                  <a16:creationId xmlns:a16="http://schemas.microsoft.com/office/drawing/2014/main" id="{BCEBC633-1324-4070-8000-AADB33B86B9A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169259" y="825501"/>
              <a:ext cx="497251" cy="184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grpSp>
        <p:nvGrpSpPr>
          <p:cNvPr id="83" name="LegendBoxes" hidden="1">
            <a:extLst>
              <a:ext uri="{FF2B5EF4-FFF2-40B4-BE49-F238E27FC236}">
                <a16:creationId xmlns:a16="http://schemas.microsoft.com/office/drawing/2014/main" id="{7D9D7CBE-3455-4FC3-B992-4A35879906A8}"/>
              </a:ext>
            </a:extLst>
          </p:cNvPr>
          <p:cNvGrpSpPr/>
          <p:nvPr userDrawn="1"/>
        </p:nvGrpSpPr>
        <p:grpSpPr bwMode="auto">
          <a:xfrm>
            <a:off x="8274725" y="239960"/>
            <a:ext cx="682956" cy="882964"/>
            <a:chOff x="5894005" y="919828"/>
            <a:chExt cx="751252" cy="1000692"/>
          </a:xfrm>
        </p:grpSpPr>
        <p:sp>
          <p:nvSpPr>
            <p:cNvPr id="84" name="RectangleLegend1">
              <a:extLst>
                <a:ext uri="{FF2B5EF4-FFF2-40B4-BE49-F238E27FC236}">
                  <a16:creationId xmlns:a16="http://schemas.microsoft.com/office/drawing/2014/main" id="{2C7AECD8-A6C8-4F11-9748-7EE886616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947381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RectangleLegend2">
              <a:extLst>
                <a:ext uri="{FF2B5EF4-FFF2-40B4-BE49-F238E27FC236}">
                  <a16:creationId xmlns:a16="http://schemas.microsoft.com/office/drawing/2014/main" id="{A9D46DF5-8B57-47C7-9E7F-41635C221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217256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RectangleLegend3">
              <a:extLst>
                <a:ext uri="{FF2B5EF4-FFF2-40B4-BE49-F238E27FC236}">
                  <a16:creationId xmlns:a16="http://schemas.microsoft.com/office/drawing/2014/main" id="{4041DB7F-7F8A-431E-8ECB-FB7B53E1F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488719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RectangleLegend4">
              <a:extLst>
                <a:ext uri="{FF2B5EF4-FFF2-40B4-BE49-F238E27FC236}">
                  <a16:creationId xmlns:a16="http://schemas.microsoft.com/office/drawing/2014/main" id="{C83F59A0-EB52-42CB-82A6-FA077CA35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005" y="1760182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buClrTx/>
              </a:pPr>
              <a:endParaRPr lang="en-US" sz="106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Legend1">
              <a:extLst>
                <a:ext uri="{FF2B5EF4-FFF2-40B4-BE49-F238E27FC236}">
                  <a16:creationId xmlns:a16="http://schemas.microsoft.com/office/drawing/2014/main" id="{B0F80A74-882C-4429-AAFB-7BBBE4C90B13}"/>
                </a:ext>
              </a:extLst>
            </p:cNvPr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148005" y="919828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89" name="Legend2">
              <a:extLst>
                <a:ext uri="{FF2B5EF4-FFF2-40B4-BE49-F238E27FC236}">
                  <a16:creationId xmlns:a16="http://schemas.microsoft.com/office/drawing/2014/main" id="{A90023B7-BCFF-45B0-A4DE-0568B696A231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148005" y="1189703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0" name="Legend3">
              <a:extLst>
                <a:ext uri="{FF2B5EF4-FFF2-40B4-BE49-F238E27FC236}">
                  <a16:creationId xmlns:a16="http://schemas.microsoft.com/office/drawing/2014/main" id="{230F0973-BCAB-4EAD-8048-62234E3E70B8}"/>
                </a:ext>
              </a:extLst>
            </p:cNvPr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148005" y="1461167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1" name="Legend4">
              <a:extLst>
                <a:ext uri="{FF2B5EF4-FFF2-40B4-BE49-F238E27FC236}">
                  <a16:creationId xmlns:a16="http://schemas.microsoft.com/office/drawing/2014/main" id="{AAF9EE8A-A791-4D0F-A137-EEFB91D79AEE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148005" y="1732629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grpSp>
        <p:nvGrpSpPr>
          <p:cNvPr id="92" name="LegendMoons" hidden="1">
            <a:extLst>
              <a:ext uri="{FF2B5EF4-FFF2-40B4-BE49-F238E27FC236}">
                <a16:creationId xmlns:a16="http://schemas.microsoft.com/office/drawing/2014/main" id="{C371E22B-6E8D-4456-A44C-BEE71A2B1558}"/>
              </a:ext>
            </a:extLst>
          </p:cNvPr>
          <p:cNvGrpSpPr/>
          <p:nvPr userDrawn="1"/>
        </p:nvGrpSpPr>
        <p:grpSpPr bwMode="auto">
          <a:xfrm>
            <a:off x="8214129" y="239970"/>
            <a:ext cx="743571" cy="1159463"/>
            <a:chOff x="5894005" y="2695123"/>
            <a:chExt cx="817928" cy="1314057"/>
          </a:xfrm>
        </p:grpSpPr>
        <p:grpSp>
          <p:nvGrpSpPr>
            <p:cNvPr id="93" name="MoonLegend1">
              <a:extLst>
                <a:ext uri="{FF2B5EF4-FFF2-40B4-BE49-F238E27FC236}">
                  <a16:creationId xmlns:a16="http://schemas.microsoft.com/office/drawing/2014/main" id="{A75B3EC5-5BCC-4DDE-8D58-2AF17E5D7CB4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 bwMode="auto">
            <a:xfrm>
              <a:off x="5894005" y="2695123"/>
              <a:ext cx="209550" cy="209551"/>
              <a:chOff x="4533" y="183"/>
              <a:chExt cx="144" cy="144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4067BD0-9CF5-4A09-ADC1-FDA330D9FE76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Arc 144">
                <a:extLst>
                  <a:ext uri="{FF2B5EF4-FFF2-40B4-BE49-F238E27FC236}">
                    <a16:creationId xmlns:a16="http://schemas.microsoft.com/office/drawing/2014/main" id="{2A7C4BDD-29C4-429F-A953-561964188149}"/>
                  </a:ext>
                </a:extLst>
              </p:cNvPr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4" name="MoonLegend2">
              <a:extLst>
                <a:ext uri="{FF2B5EF4-FFF2-40B4-BE49-F238E27FC236}">
                  <a16:creationId xmlns:a16="http://schemas.microsoft.com/office/drawing/2014/main" id="{D737C384-E7BF-444D-BBFC-D87E2EB2F3DE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5894005" y="2977103"/>
              <a:ext cx="209550" cy="209551"/>
              <a:chOff x="1694" y="2051"/>
              <a:chExt cx="160" cy="160"/>
            </a:xfrm>
          </p:grpSpPr>
          <p:sp>
            <p:nvSpPr>
              <p:cNvPr id="142" name="Oval 41">
                <a:extLst>
                  <a:ext uri="{FF2B5EF4-FFF2-40B4-BE49-F238E27FC236}">
                    <a16:creationId xmlns:a16="http://schemas.microsoft.com/office/drawing/2014/main" id="{1590D02C-2961-41CB-A644-2911BD7FA473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51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" name="Arc 42">
                <a:extLst>
                  <a:ext uri="{FF2B5EF4-FFF2-40B4-BE49-F238E27FC236}">
                    <a16:creationId xmlns:a16="http://schemas.microsoft.com/office/drawing/2014/main" id="{B9B0EB47-5733-4DB3-9CC3-91B5FB2D53FA}"/>
                  </a:ext>
                </a:extLst>
              </p:cNvPr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51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5" name="MoonLegend4">
              <a:extLst>
                <a:ext uri="{FF2B5EF4-FFF2-40B4-BE49-F238E27FC236}">
                  <a16:creationId xmlns:a16="http://schemas.microsoft.com/office/drawing/2014/main" id="{3DF23F8D-F57D-4D7F-A7F8-110E0037BB55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5894005" y="3524395"/>
              <a:ext cx="209550" cy="209551"/>
              <a:chOff x="4495" y="1204"/>
              <a:chExt cx="160" cy="160"/>
            </a:xfrm>
          </p:grpSpPr>
          <p:sp>
            <p:nvSpPr>
              <p:cNvPr id="140" name="Oval 47">
                <a:extLst>
                  <a:ext uri="{FF2B5EF4-FFF2-40B4-BE49-F238E27FC236}">
                    <a16:creationId xmlns:a16="http://schemas.microsoft.com/office/drawing/2014/main" id="{1CD93E94-5751-4A47-A9CF-032517763DD4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20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" name="Arc 48">
                <a:extLst>
                  <a:ext uri="{FF2B5EF4-FFF2-40B4-BE49-F238E27FC236}">
                    <a16:creationId xmlns:a16="http://schemas.microsoft.com/office/drawing/2014/main" id="{EA526D30-F7DE-4606-9DAD-9E18162C7A84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495" y="1204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6" name="MoonLegend5">
              <a:extLst>
                <a:ext uri="{FF2B5EF4-FFF2-40B4-BE49-F238E27FC236}">
                  <a16:creationId xmlns:a16="http://schemas.microsoft.com/office/drawing/2014/main" id="{370B9283-836F-4B7F-AFC3-894FFE7DB16B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5894005" y="3799629"/>
              <a:ext cx="209550" cy="209551"/>
              <a:chOff x="4495" y="1447"/>
              <a:chExt cx="160" cy="160"/>
            </a:xfrm>
          </p:grpSpPr>
          <p:sp>
            <p:nvSpPr>
              <p:cNvPr id="138" name="Oval 50">
                <a:extLst>
                  <a:ext uri="{FF2B5EF4-FFF2-40B4-BE49-F238E27FC236}">
                    <a16:creationId xmlns:a16="http://schemas.microsoft.com/office/drawing/2014/main" id="{D541B174-1705-458C-82D7-B217571491B2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7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9" name="Oval 51">
                <a:extLst>
                  <a:ext uri="{FF2B5EF4-FFF2-40B4-BE49-F238E27FC236}">
                    <a16:creationId xmlns:a16="http://schemas.microsoft.com/office/drawing/2014/main" id="{B477A8B4-8518-4751-A70E-FB0AB1012F1E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447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7" name="MoonLegend3">
              <a:extLst>
                <a:ext uri="{FF2B5EF4-FFF2-40B4-BE49-F238E27FC236}">
                  <a16:creationId xmlns:a16="http://schemas.microsoft.com/office/drawing/2014/main" id="{CD534214-26B7-4A14-9865-E60F04E904A1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5894005" y="3251543"/>
              <a:ext cx="209550" cy="209551"/>
              <a:chOff x="4495" y="1205"/>
              <a:chExt cx="160" cy="160"/>
            </a:xfrm>
          </p:grpSpPr>
          <p:sp>
            <p:nvSpPr>
              <p:cNvPr id="136" name="Oval 47">
                <a:extLst>
                  <a:ext uri="{FF2B5EF4-FFF2-40B4-BE49-F238E27FC236}">
                    <a16:creationId xmlns:a16="http://schemas.microsoft.com/office/drawing/2014/main" id="{A1F86996-6B93-4A85-BDF1-D7F1336067A6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205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" name="Arc 48">
                <a:extLst>
                  <a:ext uri="{FF2B5EF4-FFF2-40B4-BE49-F238E27FC236}">
                    <a16:creationId xmlns:a16="http://schemas.microsoft.com/office/drawing/2014/main" id="{3DFD609A-9ECE-405D-812A-208C7D34D5BC}"/>
                  </a:ext>
                </a:extLst>
              </p:cNvPr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205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buClrTx/>
                </a:pPr>
                <a:endParaRPr lang="en-US" sz="1060" dirty="0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98" name="Legend1">
              <a:extLst>
                <a:ext uri="{FF2B5EF4-FFF2-40B4-BE49-F238E27FC236}">
                  <a16:creationId xmlns:a16="http://schemas.microsoft.com/office/drawing/2014/main" id="{399AFD0A-D5D9-4F87-BAAA-44BE7B0403D9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14681" y="2696542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99" name="Legend2">
              <a:extLst>
                <a:ext uri="{FF2B5EF4-FFF2-40B4-BE49-F238E27FC236}">
                  <a16:creationId xmlns:a16="http://schemas.microsoft.com/office/drawing/2014/main" id="{CF11D078-C314-4A06-A5AA-7E866DBB796B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214680" y="2974156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3" name="Legend3">
              <a:extLst>
                <a:ext uri="{FF2B5EF4-FFF2-40B4-BE49-F238E27FC236}">
                  <a16:creationId xmlns:a16="http://schemas.microsoft.com/office/drawing/2014/main" id="{8DDE1FE6-D3BF-4EF1-AE53-4E5D3FC6BA09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14680" y="3248596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4" name="Legend4">
              <a:extLst>
                <a:ext uri="{FF2B5EF4-FFF2-40B4-BE49-F238E27FC236}">
                  <a16:creationId xmlns:a16="http://schemas.microsoft.com/office/drawing/2014/main" id="{907EDFCE-267C-44F2-98CB-517DF6A75D4C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214680" y="3521448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  <p:sp>
          <p:nvSpPr>
            <p:cNvPr id="135" name="Legend5">
              <a:extLst>
                <a:ext uri="{FF2B5EF4-FFF2-40B4-BE49-F238E27FC236}">
                  <a16:creationId xmlns:a16="http://schemas.microsoft.com/office/drawing/2014/main" id="{84381763-BCAE-45E9-9FDC-82AEDE1F7891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214680" y="3796682"/>
              <a:ext cx="497252" cy="184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789980">
                <a:buClr>
                  <a:srgbClr val="288E15"/>
                </a:buClr>
              </a:pPr>
              <a:r>
                <a:rPr lang="en-US" sz="1060" dirty="0">
                  <a:solidFill>
                    <a:srgbClr val="000000"/>
                  </a:solidFill>
                  <a:latin typeface="Arial"/>
                </a:rPr>
                <a:t>Legend</a:t>
              </a:r>
            </a:p>
          </p:txBody>
        </p:sp>
      </p:grpSp>
      <p:sp>
        <p:nvSpPr>
          <p:cNvPr id="59" name="Espace réservé du numéro de diapositive 5"/>
          <p:cNvSpPr txBox="1">
            <a:spLocks/>
          </p:cNvSpPr>
          <p:nvPr userDrawn="1"/>
        </p:nvSpPr>
        <p:spPr>
          <a:xfrm>
            <a:off x="234360" y="6406122"/>
            <a:ext cx="619127" cy="427567"/>
          </a:xfrm>
          <a:prstGeom prst="rect">
            <a:avLst/>
          </a:prstGeom>
        </p:spPr>
        <p:txBody>
          <a:bodyPr anchor="ctr"/>
          <a:lstStyle>
            <a:lvl1pPr algn="ctr">
              <a:defRPr sz="1100">
                <a:solidFill>
                  <a:srgbClr val="006637"/>
                </a:solidFill>
                <a:latin typeface="Arial Narrow" pitchFamily="34" charset="0"/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0A4FE457-65FD-4C47-9C1A-47705C329920}" type="slidenum">
              <a:rPr lang="fr-FR" sz="933" b="1" kern="1200" smtClean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fr-FR" sz="933" b="1" kern="1200" dirty="0">
              <a:solidFill>
                <a:srgbClr val="007C3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ZoneTexte 59"/>
          <p:cNvSpPr txBox="1"/>
          <p:nvPr userDrawn="1"/>
        </p:nvSpPr>
        <p:spPr>
          <a:xfrm>
            <a:off x="625153" y="6439046"/>
            <a:ext cx="7378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baseline="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DU XXXX </a:t>
            </a:r>
          </a:p>
          <a:p>
            <a:pPr marL="0" marR="0" indent="0" algn="l" defTabSz="121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0" i="1" baseline="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RÉUNION DE RESTITUTION – JJ/MM/20XX</a:t>
            </a:r>
          </a:p>
        </p:txBody>
      </p:sp>
      <p:sp>
        <p:nvSpPr>
          <p:cNvPr id="57" name="ZoneTexte 56"/>
          <p:cNvSpPr txBox="1"/>
          <p:nvPr userDrawn="1"/>
        </p:nvSpPr>
        <p:spPr>
          <a:xfrm>
            <a:off x="6608501" y="6432258"/>
            <a:ext cx="2125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i="1" kern="12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Strictement confidentiel</a:t>
            </a:r>
          </a:p>
          <a:p>
            <a:pPr lvl="0" algn="l" fontAlgn="auto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fr-FR" sz="10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Draft</a:t>
            </a:r>
            <a:r>
              <a:rPr lang="fr-FR" sz="10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pour discussion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1485DE-BF7F-DF70-2FD0-76F36224454E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8495695" y="6486189"/>
            <a:ext cx="548933" cy="32059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4475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</p:sldLayoutIdLst>
  <p:hf hdr="0" ftr="0" dt="0"/>
  <p:txStyles>
    <p:titleStyle>
      <a:lvl1pPr algn="l" defTabSz="789980" rtl="0" eaLnBrk="1" fontAlgn="base" hangingPunct="1">
        <a:spcBef>
          <a:spcPct val="0"/>
        </a:spcBef>
        <a:spcAft>
          <a:spcPct val="0"/>
        </a:spcAft>
        <a:tabLst>
          <a:tab pos="238114" algn="l"/>
        </a:tabLst>
        <a:defRPr sz="19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2pPr>
      <a:lvl3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3pPr>
      <a:lvl4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4pPr>
      <a:lvl5pPr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5pPr>
      <a:lvl6pPr marL="403391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6pPr>
      <a:lvl7pPr marL="806786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7pPr>
      <a:lvl8pPr marL="1210179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8pPr>
      <a:lvl9pPr marL="1613573" algn="l" defTabSz="789980" rtl="0" eaLnBrk="1" fontAlgn="base" hangingPunct="1">
        <a:spcBef>
          <a:spcPct val="0"/>
        </a:spcBef>
        <a:spcAft>
          <a:spcPct val="0"/>
        </a:spcAft>
        <a:defRPr sz="1676" b="1">
          <a:solidFill>
            <a:schemeClr val="tx2"/>
          </a:solidFill>
          <a:latin typeface="Arial" charset="0"/>
        </a:defRPr>
      </a:lvl9pPr>
    </p:titleStyle>
    <p:bodyStyle>
      <a:lvl1pPr marL="0" indent="0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sz="1412" baseline="0">
          <a:solidFill>
            <a:schemeClr val="tx1"/>
          </a:solidFill>
          <a:latin typeface="+mn-lt"/>
          <a:ea typeface="+mn-ea"/>
          <a:cs typeface="+mn-cs"/>
        </a:defRPr>
      </a:lvl1pPr>
      <a:lvl2pPr marL="170880" indent="-169482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412" baseline="0">
          <a:solidFill>
            <a:schemeClr val="tx1"/>
          </a:solidFill>
          <a:latin typeface="+mn-lt"/>
        </a:defRPr>
      </a:lvl2pPr>
      <a:lvl3pPr marL="403391" indent="-231112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412" baseline="0">
          <a:solidFill>
            <a:schemeClr val="tx1"/>
          </a:solidFill>
          <a:latin typeface="+mn-lt"/>
        </a:defRPr>
      </a:lvl3pPr>
      <a:lvl4pPr marL="542060" indent="-13726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412" baseline="0">
          <a:solidFill>
            <a:schemeClr val="tx1"/>
          </a:solidFill>
          <a:latin typeface="+mn-lt"/>
        </a:defRPr>
      </a:lvl4pPr>
      <a:lvl5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5pPr>
      <a:lvl6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6pPr>
      <a:lvl7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7pPr>
      <a:lvl8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8pPr>
      <a:lvl9pPr marL="661565" indent="-114857" algn="l" defTabSz="78998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12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391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786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179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573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6966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357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3751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143" algn="l" defTabSz="806786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23" userDrawn="1">
          <p15:clr>
            <a:srgbClr val="F26B43"/>
          </p15:clr>
        </p15:guide>
        <p15:guide id="2" pos="1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image" Target="../media/image11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10.emf"/><Relationship Id="rId2" Type="http://schemas.openxmlformats.org/officeDocument/2006/relationships/tags" Target="../tags/tag35.xml"/><Relationship Id="rId16" Type="http://schemas.openxmlformats.org/officeDocument/2006/relationships/oleObject" Target="../embeddings/oleObject3.bin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43.xml"/><Relationship Id="rId19" Type="http://schemas.microsoft.com/office/2007/relationships/hdphoto" Target="../media/hdphoto1.wdp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5309-8FA7-6FE6-A158-CC9D8D8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 descr="A aerial view of a field&#10;&#10;Description automatically generated">
            <a:extLst>
              <a:ext uri="{FF2B5EF4-FFF2-40B4-BE49-F238E27FC236}">
                <a16:creationId xmlns:a16="http://schemas.microsoft.com/office/drawing/2014/main" id="{C69D8FD1-AB92-2509-3541-64625C80CD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421" r="9421"/>
          <a:stretch>
            <a:fillRect/>
          </a:stretch>
        </p:blipFill>
        <p:spPr>
          <a:xfrm>
            <a:off x="0" y="0"/>
            <a:ext cx="6228480" cy="6857999"/>
          </a:xfr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31063A22-8B56-0221-7D52-E526BD22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374" y="6129519"/>
            <a:ext cx="1821852" cy="792964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ECC118D-EC39-2DB1-0C7D-A7B66422BCB0}"/>
              </a:ext>
            </a:extLst>
          </p:cNvPr>
          <p:cNvSpPr txBox="1">
            <a:spLocks/>
          </p:cNvSpPr>
          <p:nvPr/>
        </p:nvSpPr>
        <p:spPr bwMode="gray">
          <a:xfrm>
            <a:off x="164249" y="2850210"/>
            <a:ext cx="4059408" cy="30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buClrTx/>
            </a:pPr>
            <a:r>
              <a:rPr lang="fr-F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INTERNE DE XXXXXXXXXXXXXXXX</a:t>
            </a: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fr-FR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RÉF : SGR/MAI/XX/20XX</a:t>
            </a: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fr-F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RÉUNION DE RESTITUTION DES CONCLUSIONS DE LA MISSION</a:t>
            </a:r>
          </a:p>
          <a:p>
            <a:pPr algn="l">
              <a:buClrTx/>
            </a:pPr>
            <a:endParaRPr lang="fr-FR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endParaRPr lang="fr-FR" sz="2133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Tx/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GROUPE</a:t>
            </a:r>
          </a:p>
        </p:txBody>
      </p:sp>
      <p:sp>
        <p:nvSpPr>
          <p:cNvPr id="14" name="Document type">
            <a:extLst>
              <a:ext uri="{FF2B5EF4-FFF2-40B4-BE49-F238E27FC236}">
                <a16:creationId xmlns:a16="http://schemas.microsoft.com/office/drawing/2014/main" id="{06DD9C0E-7A19-6CD3-9263-0017029FB63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4251" y="5890678"/>
            <a:ext cx="31574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buClr>
                <a:srgbClr val="298F16"/>
              </a:buClr>
            </a:pPr>
            <a:r>
              <a:rPr lang="en-US" sz="1100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Date : JJ/MM/20XX</a:t>
            </a:r>
          </a:p>
          <a:p>
            <a:pPr algn="l">
              <a:buClr>
                <a:srgbClr val="298F16"/>
              </a:buClr>
            </a:pPr>
            <a:r>
              <a:rPr lang="en-US" sz="1100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Lieu : XXXXXX</a:t>
            </a:r>
            <a:endParaRPr lang="fr-FR" sz="1100" kern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A close-up of a green leaf&#10;&#10;AI-generated content may be incorrect.">
            <a:extLst>
              <a:ext uri="{FF2B5EF4-FFF2-40B4-BE49-F238E27FC236}">
                <a16:creationId xmlns:a16="http://schemas.microsoft.com/office/drawing/2014/main" id="{6ED7FDBF-7970-8B90-606F-4DB2A06F7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81" y="1422400"/>
            <a:ext cx="4572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1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5" name="Espace réservé du texte 7"/>
          <p:cNvSpPr txBox="1">
            <a:spLocks/>
          </p:cNvSpPr>
          <p:nvPr/>
        </p:nvSpPr>
        <p:spPr>
          <a:xfrm>
            <a:off x="558431" y="1024949"/>
            <a:ext cx="8027139" cy="4808103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RAPPEL DES OBJECTIFS ET DU PÉRIMÈTRE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LISTE ET DATES DE RENCONTRE DES PRINCIPAUX INTERLOCUTEURS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POINTS FORTS</a:t>
            </a:r>
            <a:endParaRPr lang="fr-FR" sz="1300" b="1" kern="0" dirty="0">
              <a:solidFill>
                <a:srgbClr val="0058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NOMBRE DE CONSTATS ET DE RECOMMANDATIONS ÉMISES</a:t>
            </a:r>
          </a:p>
          <a:p>
            <a:pPr marL="228600" indent="-228600" algn="just"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CONSTATS, RISQUES ET RECOMMANDATIONS</a:t>
            </a: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endParaRPr lang="fr-FR" sz="1300" b="1" kern="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 algn="just">
              <a:spcBef>
                <a:spcPts val="400"/>
              </a:spcBef>
              <a:spcAft>
                <a:spcPts val="400"/>
              </a:spcAft>
              <a:buFontTx/>
              <a:buAutoNum type="arabicPeriod"/>
              <a:defRPr/>
            </a:pPr>
            <a:r>
              <a:rPr lang="fr-FR" sz="13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PLANNING DES ÉTAPES À VENIR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fr-FR" sz="1200" kern="0" dirty="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893326" y="1973484"/>
            <a:ext cx="3378904" cy="355050"/>
          </a:xfrm>
          <a:prstGeom prst="wedgeRoundRectCallout">
            <a:avLst>
              <a:gd name="adj1" fmla="val -66475"/>
              <a:gd name="adj2" fmla="val 8686"/>
              <a:gd name="adj3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Le cas échéant et non contradictoires avec les constats de la mission</a:t>
            </a:r>
          </a:p>
        </p:txBody>
      </p:sp>
    </p:spTree>
    <p:extLst>
      <p:ext uri="{BB962C8B-B14F-4D97-AF65-F5344CB8AC3E}">
        <p14:creationId xmlns:p14="http://schemas.microsoft.com/office/powerpoint/2010/main" val="393338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RAPPEL DES OBJECTIFS ET DU PÉRIMÈTRE (1/2)</a:t>
            </a: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RAISON DE LA MISSION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OBJECTIFS DE LA MISSION</a:t>
            </a:r>
          </a:p>
          <a:p>
            <a:pPr marL="628650" lvl="1" indent="-2667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+mj-lt"/>
              <a:buAutoNum type="arabicPeriod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 ;</a:t>
            </a:r>
          </a:p>
          <a:p>
            <a:pPr marL="628650" lvl="1" indent="-26670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+mj-lt"/>
              <a:buAutoNum type="arabicPeriod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XXXXX.</a:t>
            </a:r>
          </a:p>
        </p:txBody>
      </p:sp>
    </p:spTree>
    <p:extLst>
      <p:ext uri="{BB962C8B-B14F-4D97-AF65-F5344CB8AC3E}">
        <p14:creationId xmlns:p14="http://schemas.microsoft.com/office/powerpoint/2010/main" val="122889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RAPPEL DES OBJECTIFS ET DU PÉRIMÈTRE (2/2)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5350832" y="913345"/>
            <a:ext cx="0" cy="2376000"/>
          </a:xfrm>
          <a:prstGeom prst="line">
            <a:avLst/>
          </a:prstGeom>
          <a:ln>
            <a:solidFill>
              <a:srgbClr val="4E9C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7"/>
          <p:cNvSpPr txBox="1">
            <a:spLocks/>
          </p:cNvSpPr>
          <p:nvPr/>
        </p:nvSpPr>
        <p:spPr>
          <a:xfrm>
            <a:off x="229355" y="816078"/>
            <a:ext cx="4871563" cy="2255621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ENTITÉS CONCERNÉES 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L’audit a été effectué auprès des entités ci-après :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</p:txBody>
      </p:sp>
      <p:sp>
        <p:nvSpPr>
          <p:cNvPr id="7" name="Espace réservé du texte 7"/>
          <p:cNvSpPr txBox="1">
            <a:spLocks/>
          </p:cNvSpPr>
          <p:nvPr/>
        </p:nvSpPr>
        <p:spPr>
          <a:xfrm>
            <a:off x="5581306" y="816078"/>
            <a:ext cx="3438005" cy="2255621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ÉQUIPE D’AUDIT 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</a:p>
        </p:txBody>
      </p:sp>
      <p:sp>
        <p:nvSpPr>
          <p:cNvPr id="8" name="Espace réservé du texte 7"/>
          <p:cNvSpPr txBox="1">
            <a:spLocks/>
          </p:cNvSpPr>
          <p:nvPr/>
        </p:nvSpPr>
        <p:spPr>
          <a:xfrm>
            <a:off x="229355" y="3399522"/>
            <a:ext cx="4871563" cy="2255621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RÉFÉRENTIELS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XXXX.</a:t>
            </a:r>
          </a:p>
        </p:txBody>
      </p:sp>
    </p:spTree>
    <p:extLst>
      <p:ext uri="{BB962C8B-B14F-4D97-AF65-F5344CB8AC3E}">
        <p14:creationId xmlns:p14="http://schemas.microsoft.com/office/powerpoint/2010/main" val="251613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Liste et DATES de rencontre des PRINCIPAUX interlocuteurs</a:t>
            </a:r>
          </a:p>
        </p:txBody>
      </p:sp>
      <p:graphicFrame>
        <p:nvGraphicFramePr>
          <p:cNvPr id="4" name="Tableau 3"/>
          <p:cNvGraphicFramePr>
            <a:graphicFrameLocks noGrp="1" noChangeAspect="1"/>
          </p:cNvGraphicFramePr>
          <p:nvPr>
            <p:custDataLst>
              <p:tags r:id="rId1"/>
            </p:custDataLst>
          </p:nvPr>
        </p:nvGraphicFramePr>
        <p:xfrm>
          <a:off x="170639" y="1117485"/>
          <a:ext cx="8802723" cy="1696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9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890"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CONTACTS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ENTITÉS / PROJETS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base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fr-FR" sz="14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DATES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C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200" kern="1200" baseline="0" dirty="0">
                          <a:solidFill>
                            <a:schemeClr val="dk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884737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9602"/>
                  </a:ext>
                </a:extLst>
              </a:tr>
              <a:tr h="445955">
                <a:tc>
                  <a:txBody>
                    <a:bodyPr/>
                    <a:lstStyle/>
                    <a:p>
                      <a:pPr marL="180975" lvl="1" indent="-180975" algn="just" defTabSz="592515" rtl="0" eaLnBrk="1" fontAlgn="base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4E9C82"/>
                        </a:buClr>
                        <a:buSzPct val="100000"/>
                        <a:buFont typeface="Calibri" panose="020F0502020204030204" pitchFamily="34" charset="0"/>
                        <a:buChar char="‒"/>
                        <a:defRPr/>
                      </a:pPr>
                      <a:r>
                        <a:rPr lang="fr-FR" sz="1200" kern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M. XXXXXXX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ctr">
                        <a:spcAft>
                          <a:spcPts val="600"/>
                        </a:spcAft>
                      </a:pPr>
                      <a:r>
                        <a:rPr lang="fr-FR" sz="12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XXX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XX/XX/20XX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B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3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80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POINTS FORTS</a:t>
            </a:r>
            <a:endParaRPr lang="fr-FR" sz="1600" dirty="0">
              <a:solidFill>
                <a:srgbClr val="00588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MISSION A RELEVÉ LES PRINCIPAUX POINTS FORTS CI-APRÈS</a:t>
            </a: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: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endParaRPr lang="fr-FR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fr-FR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fr-FR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5562443" y="174275"/>
            <a:ext cx="3378904" cy="355050"/>
          </a:xfrm>
          <a:prstGeom prst="wedgeRoundRectCallout">
            <a:avLst>
              <a:gd name="adj1" fmla="val -66475"/>
              <a:gd name="adj2" fmla="val 8686"/>
              <a:gd name="adj3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Le cas échéant et non contradictoires avec les constats de la mission</a:t>
            </a:r>
          </a:p>
        </p:txBody>
      </p:sp>
    </p:spTree>
    <p:extLst>
      <p:ext uri="{BB962C8B-B14F-4D97-AF65-F5344CB8AC3E}">
        <p14:creationId xmlns:p14="http://schemas.microsoft.com/office/powerpoint/2010/main" val="98468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NOMBRE DE CONSTATS ET DE RECOMMANDATIONS ÉMISES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255121" y="3393008"/>
            <a:ext cx="8633759" cy="0"/>
          </a:xfrm>
          <a:prstGeom prst="line">
            <a:avLst/>
          </a:prstGeom>
          <a:ln>
            <a:solidFill>
              <a:srgbClr val="4E9C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1107974" y="4193314"/>
            <a:ext cx="4976194" cy="956072"/>
          </a:xfrm>
          <a:prstGeom prst="homePlate">
            <a:avLst/>
          </a:prstGeom>
          <a:solidFill>
            <a:schemeClr val="accent1"/>
          </a:solidFill>
          <a:ln w="28575">
            <a:solidFill>
              <a:srgbClr val="4E9C82"/>
            </a:solidFill>
          </a:ln>
        </p:spPr>
        <p:txBody>
          <a:bodyPr wrap="square" rtlCol="0" anchor="ctr">
            <a:noAutofit/>
          </a:bodyPr>
          <a:lstStyle/>
          <a:p>
            <a:pPr lvl="0" algn="ctr">
              <a:defRPr sz="1000" b="1" i="0" u="none" strike="noStrike" kern="1200" spc="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NOMBRE DE RECOMMANDATIONS ÉMISES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954947" y="4193314"/>
            <a:ext cx="2081080" cy="956072"/>
          </a:xfrm>
          <a:prstGeom prst="rect">
            <a:avLst/>
          </a:prstGeom>
          <a:solidFill>
            <a:schemeClr val="bg1"/>
          </a:solidFill>
          <a:ln w="28575">
            <a:solidFill>
              <a:srgbClr val="4E9C82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XX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07974" y="1636631"/>
            <a:ext cx="4976194" cy="956072"/>
          </a:xfrm>
          <a:prstGeom prst="homePlate">
            <a:avLst/>
          </a:prstGeom>
          <a:solidFill>
            <a:schemeClr val="accent1"/>
          </a:solidFill>
          <a:ln w="28575">
            <a:solidFill>
              <a:srgbClr val="4E9C82"/>
            </a:solidFill>
          </a:ln>
        </p:spPr>
        <p:txBody>
          <a:bodyPr wrap="square" rtlCol="0" anchor="ctr">
            <a:noAutofit/>
          </a:bodyPr>
          <a:lstStyle/>
          <a:p>
            <a:pPr lvl="0" algn="ctr">
              <a:defRPr sz="1000" b="1" i="0" u="none" strike="noStrike" kern="1200" spc="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NOMBRE DE CONSTATS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5954947" y="1636631"/>
            <a:ext cx="2081080" cy="956072"/>
          </a:xfrm>
          <a:prstGeom prst="rect">
            <a:avLst/>
          </a:prstGeom>
          <a:solidFill>
            <a:schemeClr val="bg1"/>
          </a:solidFill>
          <a:ln w="28575">
            <a:solidFill>
              <a:srgbClr val="4E9C82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2989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CONSTAT N°X : XXXX</a:t>
            </a:r>
          </a:p>
        </p:txBody>
      </p:sp>
      <p:sp>
        <p:nvSpPr>
          <p:cNvPr id="4" name="Espace réservé du texte 7"/>
          <p:cNvSpPr txBox="1">
            <a:spLocks/>
          </p:cNvSpPr>
          <p:nvPr/>
        </p:nvSpPr>
        <p:spPr>
          <a:xfrm>
            <a:off x="229355" y="772536"/>
            <a:ext cx="8711992" cy="5275839"/>
          </a:xfrm>
          <a:prstGeom prst="rect">
            <a:avLst/>
          </a:prstGeom>
        </p:spPr>
        <p:txBody>
          <a:bodyPr anchor="t"/>
          <a:lstStyle>
            <a:lvl1pPr marL="0" indent="0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defRPr sz="1059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8167" indent="-127118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059" baseline="0">
                <a:solidFill>
                  <a:schemeClr val="tx1"/>
                </a:solidFill>
                <a:latin typeface="+mn-lt"/>
              </a:defRPr>
            </a:lvl2pPr>
            <a:lvl3pPr marL="302559" indent="-173342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059" baseline="0">
                <a:solidFill>
                  <a:schemeClr val="tx1"/>
                </a:solidFill>
                <a:latin typeface="+mn-lt"/>
              </a:defRPr>
            </a:lvl3pPr>
            <a:lvl4pPr marL="406565" indent="-10295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059" baseline="0">
                <a:solidFill>
                  <a:schemeClr val="tx1"/>
                </a:solidFill>
                <a:latin typeface="+mn-lt"/>
              </a:defRPr>
            </a:lvl4pPr>
            <a:lvl5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5pPr>
            <a:lvl6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6pPr>
            <a:lvl7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7pPr>
            <a:lvl8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8pPr>
            <a:lvl9pPr marL="496198" indent="-86146" algn="l" defTabSz="59251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059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CONSTATS :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;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endParaRPr lang="en-US" sz="1400" b="1" kern="0" dirty="0">
              <a:solidFill>
                <a:srgbClr val="4E9C8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RISQUES :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lvl="1" indent="0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None/>
              <a:defRPr/>
            </a:pPr>
            <a:endParaRPr lang="en-US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endParaRPr lang="en-US" sz="1200" kern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RECOMMANDATIONS :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 (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sigle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entité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concernée)</a:t>
            </a:r>
          </a:p>
          <a:p>
            <a:pPr marL="180975" lvl="1" indent="-180975" algn="just">
              <a:spcBef>
                <a:spcPts val="400"/>
              </a:spcBef>
              <a:spcAft>
                <a:spcPts val="400"/>
              </a:spcAft>
              <a:buClr>
                <a:srgbClr val="4E9C82"/>
              </a:buClr>
              <a:buSzPct val="100000"/>
              <a:buFont typeface="Calibri" panose="020F0502020204030204" pitchFamily="34" charset="0"/>
              <a:buChar char="‒"/>
              <a:defRPr/>
            </a:pP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Xxxx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. (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sigle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kern="0" dirty="0" err="1">
                <a:latin typeface="Verdana" panose="020B0604030504040204" pitchFamily="34" charset="0"/>
                <a:ea typeface="Verdana" panose="020B0604030504040204" pitchFamily="34" charset="0"/>
              </a:rPr>
              <a:t>entité</a:t>
            </a:r>
            <a:r>
              <a:rPr lang="en-US" sz="1200" kern="0" dirty="0">
                <a:latin typeface="Verdana" panose="020B0604030504040204" pitchFamily="34" charset="0"/>
                <a:ea typeface="Verdana" panose="020B0604030504040204" pitchFamily="34" charset="0"/>
              </a:rPr>
              <a:t> concernée)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3075" y="1961762"/>
            <a:ext cx="3388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defRPr/>
            </a:pPr>
            <a:r>
              <a:rPr lang="fr-FR" sz="13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COTATION DES RISQUES :</a:t>
            </a:r>
            <a:r>
              <a:rPr lang="fr-FR" sz="1400" b="1" kern="0" dirty="0">
                <a:solidFill>
                  <a:srgbClr val="4E9C8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kern="0" dirty="0">
                <a:latin typeface="Verdana" panose="020B0604030504040204" pitchFamily="34" charset="0"/>
                <a:ea typeface="Verdana" panose="020B0604030504040204" pitchFamily="34" charset="0"/>
              </a:rPr>
              <a:t>XXXXX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6350851" y="2374313"/>
            <a:ext cx="2590496" cy="476726"/>
          </a:xfrm>
          <a:prstGeom prst="wedgeRoundRectCallout">
            <a:avLst>
              <a:gd name="adj1" fmla="val -65571"/>
              <a:gd name="adj2" fmla="val -5204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rIns="0" rtlCol="0">
            <a:spAutoFit/>
          </a:bodyPr>
          <a:lstStyle/>
          <a:p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Aligner la cotation </a:t>
            </a:r>
            <a:r>
              <a:rPr lang="fr-FR" sz="1100" b="1">
                <a:latin typeface="Verdana" panose="020B0604030504040204" pitchFamily="34" charset="0"/>
                <a:ea typeface="Verdana" panose="020B0604030504040204" pitchFamily="34" charset="0"/>
              </a:rPr>
              <a:t>des risques avec </a:t>
            </a:r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les risques identifiés</a:t>
            </a:r>
          </a:p>
        </p:txBody>
      </p:sp>
    </p:spTree>
    <p:extLst>
      <p:ext uri="{BB962C8B-B14F-4D97-AF65-F5344CB8AC3E}">
        <p14:creationId xmlns:p14="http://schemas.microsoft.com/office/powerpoint/2010/main" val="3178722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t 4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6" imgW="592" imgH="595" progId="TCLayout.ActiveDocument.1">
                  <p:embed/>
                </p:oleObj>
              </mc:Choice>
              <mc:Fallback>
                <p:oleObj name="Diapositive think-cell" r:id="rId16" imgW="592" imgH="595" progId="TCLayout.ActiveDocument.1">
                  <p:embed/>
                  <p:pic>
                    <p:nvPicPr>
                      <p:cNvPr id="45" name="Objet 4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6"/>
          <p:cNvSpPr txBox="1">
            <a:spLocks/>
          </p:cNvSpPr>
          <p:nvPr/>
        </p:nvSpPr>
        <p:spPr bwMode="auto">
          <a:xfrm>
            <a:off x="108348" y="117727"/>
            <a:ext cx="8910963" cy="550035"/>
          </a:xfrm>
          <a:prstGeom prst="rect">
            <a:avLst/>
          </a:prstGeom>
        </p:spPr>
        <p:txBody>
          <a:bodyPr anchor="t"/>
          <a:lstStyle>
            <a:defPPr>
              <a:defRPr lang="fr-FR"/>
            </a:defPPr>
            <a:lvl1pPr>
              <a:lnSpc>
                <a:spcPts val="2600"/>
              </a:lnSpc>
              <a:spcBef>
                <a:spcPct val="0"/>
              </a:spcBef>
              <a:buNone/>
              <a:defRPr sz="2000" b="1" cap="none" baseline="0">
                <a:solidFill>
                  <a:srgbClr val="61A32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fr-FR" sz="1600" cap="all" dirty="0">
                <a:solidFill>
                  <a:srgbClr val="007C3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Planning des étapes à venir</a:t>
            </a:r>
          </a:p>
        </p:txBody>
      </p:sp>
      <p:sp>
        <p:nvSpPr>
          <p:cNvPr id="36" name="Flèche droite 35"/>
          <p:cNvSpPr/>
          <p:nvPr/>
        </p:nvSpPr>
        <p:spPr>
          <a:xfrm>
            <a:off x="84644" y="3546328"/>
            <a:ext cx="8934667" cy="380969"/>
          </a:xfrm>
          <a:prstGeom prst="rightArrow">
            <a:avLst/>
          </a:prstGeom>
          <a:pattFill prst="wdDnDiag">
            <a:fgClr>
              <a:srgbClr val="EEEEEE"/>
            </a:fgClr>
            <a:bgClr>
              <a:schemeClr val="bg1"/>
            </a:bgClr>
          </a:pattFill>
          <a:ln>
            <a:solidFill>
              <a:srgbClr val="92D05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3" name="Connecteur droit 42"/>
          <p:cNvCxnSpPr/>
          <p:nvPr/>
        </p:nvCxnSpPr>
        <p:spPr>
          <a:xfrm>
            <a:off x="4175356" y="986736"/>
            <a:ext cx="0" cy="4140000"/>
          </a:xfrm>
          <a:prstGeom prst="line">
            <a:avLst/>
          </a:prstGeom>
          <a:ln w="12700">
            <a:solidFill>
              <a:srgbClr val="78BCA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7019016" y="986736"/>
            <a:ext cx="0" cy="4140000"/>
          </a:xfrm>
          <a:prstGeom prst="line">
            <a:avLst/>
          </a:prstGeom>
          <a:ln w="12700">
            <a:solidFill>
              <a:srgbClr val="78BCA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968957" y="1017973"/>
            <a:ext cx="1552027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</a:t>
            </a:r>
          </a:p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RÉALISATION</a:t>
            </a:r>
          </a:p>
        </p:txBody>
      </p:sp>
      <p:sp>
        <p:nvSpPr>
          <p:cNvPr id="47" name="ZoneTexte 46"/>
          <p:cNvSpPr txBox="1"/>
          <p:nvPr/>
        </p:nvSpPr>
        <p:spPr>
          <a:xfrm>
            <a:off x="5043806" y="1017973"/>
            <a:ext cx="1175322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</a:t>
            </a:r>
          </a:p>
          <a:p>
            <a:pPr algn="ctr"/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CLÔTURE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6925738" y="1017973"/>
            <a:ext cx="2185409" cy="5924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PHASE DE SUIVI </a:t>
            </a:r>
          </a:p>
          <a:p>
            <a:pPr algn="ctr">
              <a:lnSpc>
                <a:spcPts val="1300"/>
              </a:lnSpc>
            </a:pPr>
            <a:r>
              <a:rPr lang="fr-FR" sz="1100" b="1" u="sng" dirty="0">
                <a:solidFill>
                  <a:srgbClr val="20706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 RECOMMANDATIONS</a:t>
            </a:r>
          </a:p>
        </p:txBody>
      </p:sp>
      <p:cxnSp>
        <p:nvCxnSpPr>
          <p:cNvPr id="49" name="OTLSHAPE_M_23abe643d7664c16a87d0993876cb30a_Connector2"/>
          <p:cNvCxnSpPr>
            <a:stCxn id="50" idx="2"/>
          </p:cNvCxnSpPr>
          <p:nvPr>
            <p:custDataLst>
              <p:tags r:id="rId2"/>
            </p:custDataLst>
          </p:nvPr>
        </p:nvCxnSpPr>
        <p:spPr>
          <a:xfrm>
            <a:off x="810569" y="3247953"/>
            <a:ext cx="0" cy="334468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TLSHAPE_M_cceba81e026645ae9de5c63ae4ad4778_Title"/>
          <p:cNvSpPr txBox="1"/>
          <p:nvPr>
            <p:custDataLst>
              <p:tags r:id="rId3"/>
            </p:custDataLst>
          </p:nvPr>
        </p:nvSpPr>
        <p:spPr>
          <a:xfrm>
            <a:off x="146079" y="2873382"/>
            <a:ext cx="1328980" cy="37457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d’ouverture</a:t>
            </a:r>
          </a:p>
        </p:txBody>
      </p:sp>
      <p:sp>
        <p:nvSpPr>
          <p:cNvPr id="52" name="Ellipse 51"/>
          <p:cNvSpPr/>
          <p:nvPr/>
        </p:nvSpPr>
        <p:spPr>
          <a:xfrm>
            <a:off x="655980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OTLSHAPE_TB_00000000000000000000000000000000_TimescaleInterval4"/>
          <p:cNvSpPr txBox="1"/>
          <p:nvPr>
            <p:custDataLst>
              <p:tags r:id="rId4"/>
            </p:custDataLst>
          </p:nvPr>
        </p:nvSpPr>
        <p:spPr>
          <a:xfrm>
            <a:off x="471578" y="3667563"/>
            <a:ext cx="668773" cy="1384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7" name="OTLSHAPE_M_fc32de2855dc427da7f0e298f9f0429a_Connector1"/>
          <p:cNvCxnSpPr>
            <a:stCxn id="59" idx="4"/>
            <a:endCxn id="58" idx="0"/>
          </p:cNvCxnSpPr>
          <p:nvPr>
            <p:custDataLst>
              <p:tags r:id="rId5"/>
            </p:custDataLst>
          </p:nvPr>
        </p:nvCxnSpPr>
        <p:spPr>
          <a:xfrm>
            <a:off x="3173922" y="3891204"/>
            <a:ext cx="1" cy="38491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TLSHAPE_M_fc32de2855dc427da7f0e298f9f0429a_Title"/>
          <p:cNvSpPr txBox="1"/>
          <p:nvPr>
            <p:custDataLst>
              <p:tags r:id="rId6"/>
            </p:custDataLst>
          </p:nvPr>
        </p:nvSpPr>
        <p:spPr>
          <a:xfrm>
            <a:off x="2520984" y="4276114"/>
            <a:ext cx="1305877" cy="37457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59" name="Ellipse 58"/>
          <p:cNvSpPr/>
          <p:nvPr/>
        </p:nvSpPr>
        <p:spPr>
          <a:xfrm>
            <a:off x="3024205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0" name="OTLSHAPE_TB_00000000000000000000000000000000_TimescaleInterval4"/>
          <p:cNvSpPr txBox="1"/>
          <p:nvPr>
            <p:custDataLst>
              <p:tags r:id="rId7"/>
            </p:custDataLst>
          </p:nvPr>
        </p:nvSpPr>
        <p:spPr>
          <a:xfrm>
            <a:off x="2846392" y="3667563"/>
            <a:ext cx="668773" cy="1384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3" name="Ellipse 62"/>
          <p:cNvSpPr/>
          <p:nvPr/>
        </p:nvSpPr>
        <p:spPr>
          <a:xfrm>
            <a:off x="5484545" y="3582421"/>
            <a:ext cx="299434" cy="30878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7" name="OTLSHAPE_M_23abe643d7664c16a87d0993876cb30a_Connector2"/>
          <p:cNvCxnSpPr/>
          <p:nvPr>
            <p:custDataLst>
              <p:tags r:id="rId8"/>
            </p:custDataLst>
          </p:nvPr>
        </p:nvCxnSpPr>
        <p:spPr>
          <a:xfrm>
            <a:off x="5642260" y="3056736"/>
            <a:ext cx="0" cy="526403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TLSHAPE_M_474d297198d5425c9487e9abdc401d8d_Title"/>
          <p:cNvSpPr txBox="1"/>
          <p:nvPr>
            <p:custDataLst>
              <p:tags r:id="rId9"/>
            </p:custDataLst>
          </p:nvPr>
        </p:nvSpPr>
        <p:spPr>
          <a:xfrm>
            <a:off x="4960873" y="2075935"/>
            <a:ext cx="1372361" cy="1008000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fr-FR" sz="1100" b="1" spc="-5" dirty="0">
                <a:latin typeface="Verdana" panose="020B0604030504040204" pitchFamily="34" charset="0"/>
                <a:ea typeface="Verdana" panose="020B0604030504040204" pitchFamily="34" charset="0"/>
              </a:rPr>
              <a:t>Diffusion du rapport final : Direction Générale, entités auditées</a:t>
            </a:r>
          </a:p>
        </p:txBody>
      </p:sp>
      <p:sp>
        <p:nvSpPr>
          <p:cNvPr id="76" name="OTLSHAPE_TB_00000000000000000000000000000000_TimescaleInterval4"/>
          <p:cNvSpPr txBox="1"/>
          <p:nvPr>
            <p:custDataLst>
              <p:tags r:id="rId10"/>
            </p:custDataLst>
          </p:nvPr>
        </p:nvSpPr>
        <p:spPr>
          <a:xfrm>
            <a:off x="5277719" y="3598313"/>
            <a:ext cx="732573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Semaine du</a:t>
            </a:r>
          </a:p>
          <a:p>
            <a:r>
              <a:rPr lang="fr-FR" sz="900" b="1" spc="-20" dirty="0">
                <a:latin typeface="Verdana" panose="020B0604030504040204" pitchFamily="34" charset="0"/>
                <a:ea typeface="Verdana" panose="020B0604030504040204" pitchFamily="34" charset="0"/>
              </a:rPr>
              <a:t>XX/ XX/XX</a:t>
            </a:r>
            <a:endParaRPr lang="fr-FR" sz="1200" b="1" spc="-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7" name="OTLSHAPE_M_474d297198d5425c9487e9abdc401d8d_Title"/>
          <p:cNvSpPr txBox="1"/>
          <p:nvPr>
            <p:custDataLst>
              <p:tags r:id="rId11"/>
            </p:custDataLst>
          </p:nvPr>
        </p:nvSpPr>
        <p:spPr>
          <a:xfrm>
            <a:off x="7187483" y="2075935"/>
            <a:ext cx="1724325" cy="1008000"/>
          </a:xfrm>
          <a:prstGeom prst="rect">
            <a:avLst/>
          </a:prstGeom>
          <a:solidFill>
            <a:srgbClr val="78BCA5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fr-FR"/>
            </a:defPPr>
            <a:lvl1pPr algn="ctr">
              <a:defRPr sz="1600" b="1" spc="-6"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Phase de suivi </a:t>
            </a:r>
          </a:p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des recommandations</a:t>
            </a:r>
          </a:p>
          <a:p>
            <a:r>
              <a:rPr lang="fr-FR" sz="1100" dirty="0">
                <a:latin typeface="Verdana" panose="020B0604030504040204" pitchFamily="34" charset="0"/>
                <a:ea typeface="Verdana" panose="020B0604030504040204" pitchFamily="34" charset="0"/>
              </a:rPr>
              <a:t>et de mise en œuvre des plans d’action</a:t>
            </a:r>
          </a:p>
        </p:txBody>
      </p:sp>
      <p:cxnSp>
        <p:nvCxnSpPr>
          <p:cNvPr id="32" name="OTLSHAPE_M_474d297198d5425c9487e9abdc401d8d_Connector1"/>
          <p:cNvCxnSpPr/>
          <p:nvPr>
            <p:custDataLst>
              <p:tags r:id="rId12"/>
            </p:custDataLst>
          </p:nvPr>
        </p:nvCxnSpPr>
        <p:spPr>
          <a:xfrm>
            <a:off x="8049645" y="3088444"/>
            <a:ext cx="0" cy="54000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>
            <a:hlinkClick r:id="" action="ppaction://noaction"/>
          </p:cNvPr>
          <p:cNvSpPr/>
          <p:nvPr/>
        </p:nvSpPr>
        <p:spPr>
          <a:xfrm>
            <a:off x="7899928" y="3582421"/>
            <a:ext cx="299434" cy="308783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5245" y="3638961"/>
            <a:ext cx="208800" cy="182998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59504" y="5557507"/>
            <a:ext cx="216000" cy="189308"/>
          </a:xfrm>
          <a:prstGeom prst="rect">
            <a:avLst/>
          </a:prstGeom>
        </p:spPr>
      </p:pic>
      <p:sp>
        <p:nvSpPr>
          <p:cNvPr id="37" name="Bouton d'action : Personnalisé 36">
            <a:hlinkClick r:id="" action="ppaction://noaction" highlightClick="1"/>
          </p:cNvPr>
          <p:cNvSpPr/>
          <p:nvPr/>
        </p:nvSpPr>
        <p:spPr>
          <a:xfrm>
            <a:off x="5728011" y="5463692"/>
            <a:ext cx="3280341" cy="359669"/>
          </a:xfrm>
          <a:prstGeom prst="actionButtonBlank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fr-FR" sz="1100" b="1" i="1" dirty="0">
                <a:latin typeface="Verdana" panose="020B0604030504040204" pitchFamily="34" charset="0"/>
                <a:ea typeface="Verdana" panose="020B0604030504040204" pitchFamily="34" charset="0"/>
              </a:rPr>
              <a:t>Délais de réalisation des plans d’action</a:t>
            </a:r>
          </a:p>
        </p:txBody>
      </p:sp>
      <p:sp>
        <p:nvSpPr>
          <p:cNvPr id="38" name="OTLSHAPE_M_fc32de2855dc427da7f0e298f9f0429a_Title"/>
          <p:cNvSpPr txBox="1"/>
          <p:nvPr>
            <p:custDataLst>
              <p:tags r:id="rId13"/>
            </p:custDataLst>
          </p:nvPr>
        </p:nvSpPr>
        <p:spPr>
          <a:xfrm>
            <a:off x="2441777" y="2321284"/>
            <a:ext cx="1460126" cy="10156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600" b="1" spc="-6">
                <a:solidFill>
                  <a:srgbClr val="00B050"/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sz="11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Validation des plans d'action par les auditeurs pendant la réunion de restitution</a:t>
            </a:r>
            <a:r>
              <a:rPr lang="fr-FR" sz="11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*</a:t>
            </a:r>
            <a:endParaRPr lang="fr-FR" sz="11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0" name="OTLSHAPE_M_23abe643d7664c16a87d0993876cb30a_Connector2"/>
          <p:cNvCxnSpPr/>
          <p:nvPr>
            <p:custDataLst>
              <p:tags r:id="rId14"/>
            </p:custDataLst>
          </p:nvPr>
        </p:nvCxnSpPr>
        <p:spPr>
          <a:xfrm>
            <a:off x="3170466" y="3280281"/>
            <a:ext cx="0" cy="334468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893441" y="4221094"/>
            <a:ext cx="1279048" cy="715089"/>
          </a:xfrm>
          <a:prstGeom prst="wedgeRoundRectCallout">
            <a:avLst>
              <a:gd name="adj1" fmla="val 44059"/>
              <a:gd name="adj2" fmla="val -69234"/>
              <a:gd name="adj3" fmla="val 16667"/>
            </a:avLst>
          </a:prstGeom>
          <a:solidFill>
            <a:srgbClr val="78BCA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5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Discussion des résultats et des plans d’actions associés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079" y="5375406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7800" indent="-177800" algn="l"/>
            <a:r>
              <a:rPr lang="fr-FR" sz="11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</a:t>
            </a:r>
            <a:r>
              <a:rPr lang="fr-FR" sz="16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100" b="1" i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Cette étape est déterminante pour le respect du planning prévisionnel du déroulement de la mission d’audit flash</a:t>
            </a:r>
          </a:p>
        </p:txBody>
      </p:sp>
      <p:cxnSp>
        <p:nvCxnSpPr>
          <p:cNvPr id="39" name="Connecteur droit avec flèche 38"/>
          <p:cNvCxnSpPr/>
          <p:nvPr/>
        </p:nvCxnSpPr>
        <p:spPr>
          <a:xfrm>
            <a:off x="315159" y="4000535"/>
            <a:ext cx="2808000" cy="0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04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5309-8FA7-6FE6-A158-CC9D8D8C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 descr="A aerial view of a field&#10;&#10;Description automatically generated">
            <a:extLst>
              <a:ext uri="{FF2B5EF4-FFF2-40B4-BE49-F238E27FC236}">
                <a16:creationId xmlns:a16="http://schemas.microsoft.com/office/drawing/2014/main" id="{C69D8FD1-AB92-2509-3541-64625C80CD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421" r="9421"/>
          <a:stretch>
            <a:fillRect/>
          </a:stretch>
        </p:blipFill>
        <p:spPr>
          <a:xfrm>
            <a:off x="0" y="0"/>
            <a:ext cx="6228480" cy="6857999"/>
          </a:xfr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31063A22-8B56-0221-7D52-E526BD228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3374" y="6129519"/>
            <a:ext cx="1821852" cy="792964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42A03032-661E-CB77-73BF-A964AD56741A}"/>
              </a:ext>
            </a:extLst>
          </p:cNvPr>
          <p:cNvSpPr txBox="1">
            <a:spLocks/>
          </p:cNvSpPr>
          <p:nvPr/>
        </p:nvSpPr>
        <p:spPr bwMode="gray">
          <a:xfrm>
            <a:off x="82156" y="5747645"/>
            <a:ext cx="4896244" cy="847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36000" rIns="108000" bIns="36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16429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832857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249285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665714" algn="ctr" rtl="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082143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498572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915000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331429" algn="l" defTabSz="832857" rtl="0" eaLnBrk="1" latinLnBrk="0" hangingPunct="1">
              <a:defRPr sz="1093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buClrTx/>
            </a:pPr>
            <a:r>
              <a:rPr lang="fr-FR" sz="1800" b="1" cap="all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MERCI de VOTRE ATTENTION</a:t>
            </a:r>
          </a:p>
          <a:p>
            <a:pPr algn="l">
              <a:lnSpc>
                <a:spcPct val="150000"/>
              </a:lnSpc>
              <a:buClrTx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AUDIT GROUPE</a:t>
            </a:r>
          </a:p>
        </p:txBody>
      </p:sp>
      <p:pic>
        <p:nvPicPr>
          <p:cNvPr id="5" name="Picture 4" descr="A close-up of a green leaf&#10;&#10;AI-generated content may be incorrect.">
            <a:extLst>
              <a:ext uri="{FF2B5EF4-FFF2-40B4-BE49-F238E27FC236}">
                <a16:creationId xmlns:a16="http://schemas.microsoft.com/office/drawing/2014/main" id="{D52788F1-3B26-24EA-766F-D9A6FB02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81" y="1422400"/>
            <a:ext cx="4572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99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NP_IDX" val="19"/>
  <p:tag name="NEWNAMES" val="True"/>
  <p:tag name="ISNEWSLIDENUMBER" val="False"/>
  <p:tag name="MTFACCENT" val="Accent3"/>
  <p:tag name="THINKCELLPRESENTATIONDONOTDELETE" val="&lt;?xml version=&quot;1.0&quot; encoding=&quot;UTF-16&quot; standalone=&quot;yes&quot;?&gt;&lt;root reqver=&quot;23045&quot;&gt;&lt;version val=&quot;2514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17&quot;&gt;&lt;elem m_fUsage=&quot;4.27926155023138576894E+00&quot;&gt;&lt;m_msothmcolidx val=&quot;0&quot;/&gt;&lt;m_rgb r=&quot;9F&quot; g=&quot;B9&quot; b=&quot;BD&quot;/&gt;&lt;m_nBrightness val=&quot;0&quot;/&gt;&lt;/elem&gt;&lt;elem m_fUsage=&quot;3.21235780324908670735E+00&quot;&gt;&lt;m_msothmcolidx val=&quot;0&quot;/&gt;&lt;m_rgb r=&quot;12&quot; g=&quot;8F&quot; b=&quot;A7&quot;/&gt;&lt;m_nBrightness val=&quot;0&quot;/&gt;&lt;/elem&gt;&lt;elem m_fUsage=&quot;1.95846439776918579412E+00&quot;&gt;&lt;m_msothmcolidx val=&quot;0&quot;/&gt;&lt;m_rgb r=&quot;D9&quot; g=&quot;D9&quot; b=&quot;D9&quot;/&gt;&lt;m_nBrightness val=&quot;0&quot;/&gt;&lt;/elem&gt;&lt;elem m_fUsage=&quot;1.79625817638521534381E-01&quot;&gt;&lt;m_msothmcolidx val=&quot;0&quot;/&gt;&lt;m_rgb r=&quot;F7&quot; g=&quot;FA&quot; b=&quot;EF&quot;/&gt;&lt;m_nBrightness val=&quot;0&quot;/&gt;&lt;/elem&gt;&lt;elem m_fUsage=&quot;1.17077007268540159157E-01&quot;&gt;&lt;m_msothmcolidx val=&quot;0&quot;/&gt;&lt;m_rgb r=&quot;E4&quot; g=&quot;F0&quot; b=&quot;CA&quot;/&gt;&lt;m_nBrightness val=&quot;0&quot;/&gt;&lt;/elem&gt;&lt;elem m_fUsage=&quot;7.97664430768725701837E-02&quot;&gt;&lt;m_msothmcolidx val=&quot;0&quot;/&gt;&lt;m_rgb r=&quot;00&quot; g=&quot;29&quot; b=&quot;60&quot;/&gt;&lt;m_nBrightness val=&quot;0&quot;/&gt;&lt;/elem&gt;&lt;elem m_fUsage=&quot;3.93177252631583609710E-02&quot;&gt;&lt;m_msothmcolidx val=&quot;0&quot;/&gt;&lt;m_rgb r=&quot;DC&quot; g=&quot;EB&quot; b=&quot;BA&quot;/&gt;&lt;m_nBrightness val=&quot;0&quot;/&gt;&lt;/elem&gt;&lt;elem m_fUsage=&quot;3.05456721927695809549E-02&quot;&gt;&lt;m_msothmcolidx val=&quot;0&quot;/&gt;&lt;m_rgb r=&quot;F3&quot; g=&quot;F8&quot; b=&quot;E7&quot;/&gt;&lt;m_nBrightness val=&quot;0&quot;/&gt;&lt;/elem&gt;&lt;elem m_fUsage=&quot;2.33961073390555850116E-02&quot;&gt;&lt;m_msothmcolidx val=&quot;0&quot;/&gt;&lt;m_rgb r=&quot;FA&quot; g=&quot;30&quot; b=&quot;25&quot;/&gt;&lt;m_nBrightness val=&quot;0&quot;/&gt;&lt;/elem&gt;&lt;elem m_fUsage=&quot;2.25283995449391989674E-02&quot;&gt;&lt;m_msothmcolidx val=&quot;0&quot;/&gt;&lt;m_rgb r=&quot;EC&quot; g=&quot;F4&quot; b=&quot;D9&quot;/&gt;&lt;m_nBrightness val=&quot;0&quot;/&gt;&lt;/elem&gt;&lt;elem m_fUsage=&quot;1.82480036314007498799E-02&quot;&gt;&lt;m_msothmcolidx val=&quot;0&quot;/&gt;&lt;m_rgb r=&quot;EF&quot; g=&quot;EF&quot; b=&quot;EF&quot;/&gt;&lt;m_nBrightness val=&quot;0&quot;/&gt;&lt;/elem&gt;&lt;elem m_fUsage=&quot;1.64232032682606748919E-02&quot;&gt;&lt;m_msothmcolidx val=&quot;0&quot;/&gt;&lt;m_rgb r=&quot;CE&quot; g=&quot;CE&quot; b=&quot;CE&quot;/&gt;&lt;m_nBrightness val=&quot;0&quot;/&gt;&lt;/elem&gt;&lt;elem m_fUsage=&quot;4.63839768658810738117E-03&quot;&gt;&lt;m_msothmcolidx val=&quot;0&quot;/&gt;&lt;m_rgb r=&quot;2A&quot; g=&quot;42&quot; b=&quot;00&quot;/&gt;&lt;m_nBrightness val=&quot;0&quot;/&gt;&lt;/elem&gt;&lt;elem m_fUsage=&quot;3.25258864284512462170E-03&quot;&gt;&lt;m_msothmcolidx val=&quot;0&quot;/&gt;&lt;m_rgb r=&quot;DD&quot; g=&quot;DD&quot; b=&quot;DD&quot;/&gt;&lt;m_nBrightness val=&quot;0&quot;/&gt;&lt;/elem&gt;&lt;elem m_fUsage=&quot;1.99667811101603706950E-03&quot;&gt;&lt;m_msothmcolidx val=&quot;0&quot;/&gt;&lt;m_rgb r=&quot;FE&quot; g=&quot;0E&quot; b=&quot;01&quot;/&gt;&lt;m_nBrightness val=&quot;0&quot;/&gt;&lt;/elem&gt;&lt;elem m_fUsage=&quot;1.31002050863762210288E-03&quot;&gt;&lt;m_msothmcolidx val=&quot;0&quot;/&gt;&lt;m_rgb r=&quot;EA&quot; g=&quot;EA&quot; b=&quot;EA&quot;/&gt;&lt;m_nBrightness val=&quot;0&quot;/&gt;&lt;/elem&gt;&lt;elem m_fUsage=&quot;1.17901845777385982754E-03&quot;&gt;&lt;m_msothmcolidx val=&quot;0&quot;/&gt;&lt;m_rgb r=&quot;80&quot; g=&quot;80&quot; b=&quot;8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MTBTACCENT" val="Accent3"/>
  <p:tag name="PREVIOUSNAME" val="C:\Users\Aida Oualalou\Box Sync\Confidentiel - OM\3. Deck\20190212_OCP_OM_v0.4aou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EGEN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2_OCP_CF_AF40470">
  <a:themeElements>
    <a:clrScheme name="Current">
      <a:dk1>
        <a:srgbClr val="000000"/>
      </a:dk1>
      <a:lt1>
        <a:srgbClr val="FFFFFF"/>
      </a:lt1>
      <a:dk2>
        <a:srgbClr val="288E15"/>
      </a:dk2>
      <a:lt2>
        <a:srgbClr val="C0CF3A"/>
      </a:lt2>
      <a:accent1>
        <a:srgbClr val="DBEFD4"/>
      </a:accent1>
      <a:accent2>
        <a:srgbClr val="8AB833"/>
      </a:accent2>
      <a:accent3>
        <a:srgbClr val="549E39"/>
      </a:accent3>
      <a:accent4>
        <a:srgbClr val="288E15"/>
      </a:accent4>
      <a:accent5>
        <a:srgbClr val="FF9933"/>
      </a:accent5>
      <a:accent6>
        <a:srgbClr val="808080"/>
      </a:accent6>
      <a:hlink>
        <a:srgbClr val="549E39"/>
      </a:hlink>
      <a:folHlink>
        <a:srgbClr val="288E15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288E15"/>
        </a:dk2>
        <a:lt2>
          <a:srgbClr val="C0CF3A"/>
        </a:lt2>
        <a:accent1>
          <a:srgbClr val="DBEFD4"/>
        </a:accent1>
        <a:accent2>
          <a:srgbClr val="8AB833"/>
        </a:accent2>
        <a:accent3>
          <a:srgbClr val="549E39"/>
        </a:accent3>
        <a:accent4>
          <a:srgbClr val="288E15"/>
        </a:accent4>
        <a:accent5>
          <a:srgbClr val="FF9933"/>
        </a:accent5>
        <a:accent6>
          <a:srgbClr val="808080"/>
        </a:accent6>
        <a:hlink>
          <a:srgbClr val="549E39"/>
        </a:hlink>
        <a:folHlink>
          <a:srgbClr val="288E1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CP_CF_AF40470.potx" id="{5CC18704-5D19-4195-9F99-62E429CBE480}" vid="{DE8761D2-AC27-48AD-9853-32F72A7133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4fb18e7-6940-4938-81f3-01f40f9b3880">WW4C5TVA2UJF-2080460541-121</_dlc_DocId>
    <_dlc_DocIdUrl xmlns="24fb18e7-6940-4938-81f3-01f40f9b3880">
      <Url>https://portailcollaboratif.ocpgroup.ma/sites/auditgroupe/_layouts/15/DocIdRedir.aspx?ID=WW4C5TVA2UJF-2080460541-121</Url>
      <Description>WW4C5TVA2UJF-2080460541-121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1CB7CF766AFC44AA58566BCB8A9DEB" ma:contentTypeVersion="3" ma:contentTypeDescription="Crée un document." ma:contentTypeScope="" ma:versionID="c7ab34e1030ea16ebf4ed3af61ee5a10">
  <xsd:schema xmlns:xsd="http://www.w3.org/2001/XMLSchema" xmlns:xs="http://www.w3.org/2001/XMLSchema" xmlns:p="http://schemas.microsoft.com/office/2006/metadata/properties" xmlns:ns2="24fb18e7-6940-4938-81f3-01f40f9b3880" targetNamespace="http://schemas.microsoft.com/office/2006/metadata/properties" ma:root="true" ma:fieldsID="a5c0927d69bdcdc218ab6e3bdb69e25a" ns2:_="">
    <xsd:import namespace="24fb18e7-6940-4938-81f3-01f40f9b388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fb18e7-6940-4938-81f3-01f40f9b388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9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EB241C-1E6E-4E79-B738-060E6F851C36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24fb18e7-6940-4938-81f3-01f40f9b3880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ABEFF17-8249-4F1F-8B95-B95EF0A17800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E15F0D4-41DC-4BF1-A00F-3C8D932C8D1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689AC4E-5ED0-4F13-AE76-B318657F08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fb18e7-6940-4938-81f3-01f40f9b38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181645</TotalTime>
  <Words>385</Words>
  <Application>Microsoft Macintosh PowerPoint</Application>
  <PresentationFormat>On-screen Show (4:3)</PresentationFormat>
  <Paragraphs>111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Poppins</vt:lpstr>
      <vt:lpstr>Verdana</vt:lpstr>
      <vt:lpstr>2_OCP_CF_AF40470</vt:lpstr>
      <vt:lpstr>Diapositive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EL KHAYATI Ilham</dc:creator>
  <cp:lastModifiedBy>Sami RIFKY</cp:lastModifiedBy>
  <cp:revision>12228</cp:revision>
  <cp:lastPrinted>2019-12-13T16:59:18Z</cp:lastPrinted>
  <dcterms:created xsi:type="dcterms:W3CDTF">2017-03-02T06:27:31Z</dcterms:created>
  <dcterms:modified xsi:type="dcterms:W3CDTF">2025-03-11T11:15:06Z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Ported">
    <vt:lpwstr>17/12/2012 15:03:46</vt:lpwstr>
  </property>
  <property fmtid="{D5CDD505-2E9C-101B-9397-08002B2CF9AE}" pid="3" name="Delivery Date">
    <vt:lpwstr/>
  </property>
  <property fmtid="{D5CDD505-2E9C-101B-9397-08002B2CF9AE}" pid="4" name="DocID">
    <vt:lpwstr/>
  </property>
  <property fmtid="{D5CDD505-2E9C-101B-9397-08002B2CF9AE}" pid="5" name="DocIDPosition">
    <vt:i4>1</vt:i4>
  </property>
  <property fmtid="{D5CDD505-2E9C-101B-9397-08002B2CF9AE}" pid="6" name="DocIDinSlide">
    <vt:bool>true</vt:bool>
  </property>
  <property fmtid="{D5CDD505-2E9C-101B-9397-08002B2CF9AE}" pid="7" name="DocIDinTitle">
    <vt:bool>true</vt:bool>
  </property>
  <property fmtid="{D5CDD505-2E9C-101B-9397-08002B2CF9AE}" pid="8" name="Event">
    <vt:lpwstr/>
  </property>
  <property fmtid="{D5CDD505-2E9C-101B-9397-08002B2CF9AE}" pid="9" name="Final">
    <vt:bool>true</vt:bool>
  </property>
  <property fmtid="{D5CDD505-2E9C-101B-9397-08002B2CF9AE}" pid="10" name="LastEditedOfficeVersion">
    <vt:lpwstr>Office2010</vt:lpwstr>
  </property>
  <property fmtid="{D5CDD505-2E9C-101B-9397-08002B2CF9AE}" pid="11" name="McKPaperSize">
    <vt:lpwstr>A4</vt:lpwstr>
  </property>
  <property fmtid="{D5CDD505-2E9C-101B-9397-08002B2CF9AE}" pid="12" name="NXPowerLiteLastOptimized">
    <vt:lpwstr>16599854</vt:lpwstr>
  </property>
  <property fmtid="{D5CDD505-2E9C-101B-9397-08002B2CF9AE}" pid="13" name="NXPowerLiteSettings">
    <vt:lpwstr>E7000400038000</vt:lpwstr>
  </property>
  <property fmtid="{D5CDD505-2E9C-101B-9397-08002B2CF9AE}" pid="14" name="NXPowerLiteVersion">
    <vt:lpwstr>D7.0.2</vt:lpwstr>
  </property>
  <property fmtid="{D5CDD505-2E9C-101B-9397-08002B2CF9AE}" pid="15" name="NotesPageLayout">
    <vt:lpwstr>Message</vt:lpwstr>
  </property>
  <property fmtid="{D5CDD505-2E9C-101B-9397-08002B2CF9AE}" pid="16" name="Office2003EditCount">
    <vt:lpwstr>1</vt:lpwstr>
  </property>
  <property fmtid="{D5CDD505-2E9C-101B-9397-08002B2CF9AE}" pid="17" name="Office2010EditCount">
    <vt:lpwstr>1</vt:lpwstr>
  </property>
  <property fmtid="{D5CDD505-2E9C-101B-9397-08002B2CF9AE}" pid="18" name="Office2010WasSaved">
    <vt:lpwstr>1</vt:lpwstr>
  </property>
  <property fmtid="{D5CDD505-2E9C-101B-9397-08002B2CF9AE}" pid="19" name="PortedBy">
    <vt:lpwstr>Karima Benaich</vt:lpwstr>
  </property>
  <property fmtid="{D5CDD505-2E9C-101B-9397-08002B2CF9AE}" pid="20" name="Title">
    <vt:lpwstr>Slide 0</vt:lpwstr>
  </property>
  <property fmtid="{D5CDD505-2E9C-101B-9397-08002B2CF9AE}" pid="21" name="Universal Objects">
    <vt:bool>true</vt:bool>
  </property>
  <property fmtid="{D5CDD505-2E9C-101B-9397-08002B2CF9AE}" pid="22" name="VGCompatibilityCheck Run By">
    <vt:lpwstr>Salik Mansoor MY</vt:lpwstr>
  </property>
  <property fmtid="{D5CDD505-2E9C-101B-9397-08002B2CF9AE}" pid="23" name="VGCompatibilityCheck Run On ">
    <vt:lpwstr>4/21/2015 10:09:52 AM</vt:lpwstr>
  </property>
  <property fmtid="{D5CDD505-2E9C-101B-9397-08002B2CF9AE}" pid="24" name="ContentTypeId">
    <vt:lpwstr>0x010100ED1CB7CF766AFC44AA58566BCB8A9DEB</vt:lpwstr>
  </property>
  <property fmtid="{D5CDD505-2E9C-101B-9397-08002B2CF9AE}" pid="25" name="VGCompatibilityCheck Run On">
    <vt:lpwstr>4/21/2015 10:09:52 AM</vt:lpwstr>
  </property>
  <property fmtid="{D5CDD505-2E9C-101B-9397-08002B2CF9AE}" pid="26" name="_dlc_DocIdItemGuid">
    <vt:lpwstr>b5fe6f88-1678-4e51-bf70-bfb116d621ee</vt:lpwstr>
  </property>
</Properties>
</file>