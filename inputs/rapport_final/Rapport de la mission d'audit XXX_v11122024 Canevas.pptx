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saveSubsetFonts="1" autoCompressPictures="0">
  <p:sldMasterIdLst>
    <p:sldMasterId id="2147483842" r:id="rId5"/>
  </p:sldMasterIdLst>
  <p:notesMasterIdLst>
    <p:notesMasterId r:id="rId22"/>
  </p:notesMasterIdLst>
  <p:handoutMasterIdLst>
    <p:handoutMasterId r:id="rId23"/>
  </p:handoutMasterIdLst>
  <p:sldIdLst>
    <p:sldId id="266" r:id="rId6"/>
    <p:sldId id="5851" r:id="rId7"/>
    <p:sldId id="5831" r:id="rId8"/>
    <p:sldId id="5863" r:id="rId9"/>
    <p:sldId id="5860" r:id="rId10"/>
    <p:sldId id="5854" r:id="rId11"/>
    <p:sldId id="5856" r:id="rId12"/>
    <p:sldId id="5855" r:id="rId13"/>
    <p:sldId id="5859" r:id="rId14"/>
    <p:sldId id="5857" r:id="rId15"/>
    <p:sldId id="5861" r:id="rId16"/>
    <p:sldId id="5822" r:id="rId17"/>
    <p:sldId id="5844" r:id="rId18"/>
    <p:sldId id="5858" r:id="rId19"/>
    <p:sldId id="5864" r:id="rId20"/>
    <p:sldId id="5862" r:id="rId21"/>
  </p:sldIdLst>
  <p:sldSz cx="9144000" cy="6858000" type="screen4x3"/>
  <p:notesSz cx="6188075" cy="9320213"/>
  <p:custDataLst>
    <p:tags r:id="rId24"/>
  </p:custDataLst>
  <p:defaultTextStyle>
    <a:defPPr>
      <a:defRPr lang="en-US"/>
    </a:defPPr>
    <a:lvl1pPr algn="ctr" rtl="0" fontAlgn="base">
      <a:spcBef>
        <a:spcPct val="0"/>
      </a:spcBef>
      <a:spcAft>
        <a:spcPct val="0"/>
      </a:spcAft>
      <a:buClr>
        <a:schemeClr val="tx2"/>
      </a:buClr>
      <a:defRPr sz="1457" kern="1200">
        <a:solidFill>
          <a:schemeClr val="tx1"/>
        </a:solidFill>
        <a:latin typeface="Arial" charset="0"/>
        <a:ea typeface="+mn-ea"/>
        <a:cs typeface="+mn-cs"/>
      </a:defRPr>
    </a:lvl1pPr>
    <a:lvl2pPr marL="555225" algn="ctr" rtl="0" fontAlgn="base">
      <a:spcBef>
        <a:spcPct val="0"/>
      </a:spcBef>
      <a:spcAft>
        <a:spcPct val="0"/>
      </a:spcAft>
      <a:buClr>
        <a:schemeClr val="tx2"/>
      </a:buClr>
      <a:defRPr sz="1457" kern="1200">
        <a:solidFill>
          <a:schemeClr val="tx1"/>
        </a:solidFill>
        <a:latin typeface="Arial" charset="0"/>
        <a:ea typeface="+mn-ea"/>
        <a:cs typeface="+mn-cs"/>
      </a:defRPr>
    </a:lvl2pPr>
    <a:lvl3pPr marL="1110448" algn="ctr" rtl="0" fontAlgn="base">
      <a:spcBef>
        <a:spcPct val="0"/>
      </a:spcBef>
      <a:spcAft>
        <a:spcPct val="0"/>
      </a:spcAft>
      <a:buClr>
        <a:schemeClr val="tx2"/>
      </a:buClr>
      <a:defRPr sz="1457" kern="1200">
        <a:solidFill>
          <a:schemeClr val="tx1"/>
        </a:solidFill>
        <a:latin typeface="Arial" charset="0"/>
        <a:ea typeface="+mn-ea"/>
        <a:cs typeface="+mn-cs"/>
      </a:defRPr>
    </a:lvl3pPr>
    <a:lvl4pPr marL="1665672" algn="ctr" rtl="0" fontAlgn="base">
      <a:spcBef>
        <a:spcPct val="0"/>
      </a:spcBef>
      <a:spcAft>
        <a:spcPct val="0"/>
      </a:spcAft>
      <a:buClr>
        <a:schemeClr val="tx2"/>
      </a:buClr>
      <a:defRPr sz="1457" kern="1200">
        <a:solidFill>
          <a:schemeClr val="tx1"/>
        </a:solidFill>
        <a:latin typeface="Arial" charset="0"/>
        <a:ea typeface="+mn-ea"/>
        <a:cs typeface="+mn-cs"/>
      </a:defRPr>
    </a:lvl4pPr>
    <a:lvl5pPr marL="2220896" algn="ctr" rtl="0" fontAlgn="base">
      <a:spcBef>
        <a:spcPct val="0"/>
      </a:spcBef>
      <a:spcAft>
        <a:spcPct val="0"/>
      </a:spcAft>
      <a:buClr>
        <a:schemeClr val="tx2"/>
      </a:buClr>
      <a:defRPr sz="1457" kern="1200">
        <a:solidFill>
          <a:schemeClr val="tx1"/>
        </a:solidFill>
        <a:latin typeface="Arial" charset="0"/>
        <a:ea typeface="+mn-ea"/>
        <a:cs typeface="+mn-cs"/>
      </a:defRPr>
    </a:lvl5pPr>
    <a:lvl6pPr marL="2776121" algn="l" defTabSz="1110448" rtl="0" eaLnBrk="1" latinLnBrk="0" hangingPunct="1">
      <a:defRPr sz="1457" kern="1200">
        <a:solidFill>
          <a:schemeClr val="tx1"/>
        </a:solidFill>
        <a:latin typeface="Arial" charset="0"/>
        <a:ea typeface="+mn-ea"/>
        <a:cs typeface="+mn-cs"/>
      </a:defRPr>
    </a:lvl6pPr>
    <a:lvl7pPr marL="3331346" algn="l" defTabSz="1110448" rtl="0" eaLnBrk="1" latinLnBrk="0" hangingPunct="1">
      <a:defRPr sz="1457" kern="1200">
        <a:solidFill>
          <a:schemeClr val="tx1"/>
        </a:solidFill>
        <a:latin typeface="Arial" charset="0"/>
        <a:ea typeface="+mn-ea"/>
        <a:cs typeface="+mn-cs"/>
      </a:defRPr>
    </a:lvl7pPr>
    <a:lvl8pPr marL="3886570" algn="l" defTabSz="1110448" rtl="0" eaLnBrk="1" latinLnBrk="0" hangingPunct="1">
      <a:defRPr sz="1457" kern="1200">
        <a:solidFill>
          <a:schemeClr val="tx1"/>
        </a:solidFill>
        <a:latin typeface="Arial" charset="0"/>
        <a:ea typeface="+mn-ea"/>
        <a:cs typeface="+mn-cs"/>
      </a:defRPr>
    </a:lvl8pPr>
    <a:lvl9pPr marL="4441794" algn="l" defTabSz="1110448" rtl="0" eaLnBrk="1" latinLnBrk="0" hangingPunct="1">
      <a:defRPr sz="1457"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Section par défaut" id="{16D0EF45-B90A-4F24-BA35-8C16BB57C988}">
          <p14:sldIdLst>
            <p14:sldId id="266"/>
            <p14:sldId id="5851"/>
            <p14:sldId id="5831"/>
            <p14:sldId id="5863"/>
            <p14:sldId id="5860"/>
            <p14:sldId id="5854"/>
            <p14:sldId id="5856"/>
            <p14:sldId id="5855"/>
            <p14:sldId id="5859"/>
            <p14:sldId id="5857"/>
            <p14:sldId id="5861"/>
            <p14:sldId id="5822"/>
            <p14:sldId id="5844"/>
            <p14:sldId id="5858"/>
            <p14:sldId id="5864"/>
            <p14:sldId id="5862"/>
          </p14:sldIdLst>
        </p14:section>
      </p14:sectionLst>
    </p:ext>
    <p:ext uri="{EFAFB233-063F-42B5-8137-9DF3F51BA10A}">
      <p15:sldGuideLst xmlns:p15="http://schemas.microsoft.com/office/powerpoint/2012/main">
        <p15:guide id="1" orient="horz" pos="187" userDrawn="1">
          <p15:clr>
            <a:srgbClr val="A4A3A4"/>
          </p15:clr>
        </p15:guide>
        <p15:guide id="2" pos="4377" userDrawn="1">
          <p15:clr>
            <a:srgbClr val="A4A3A4"/>
          </p15:clr>
        </p15:guide>
      </p15:sldGuideLst>
    </p:ext>
    <p:ext uri="{2D200454-40CA-4A62-9FC3-DE9A4176ACB9}">
      <p15:notesGuideLst xmlns:p15="http://schemas.microsoft.com/office/powerpoint/2012/main">
        <p15:guide id="1" orient="horz" pos="2938" userDrawn="1">
          <p15:clr>
            <a:srgbClr val="A4A3A4"/>
          </p15:clr>
        </p15:guide>
        <p15:guide id="2" pos="195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rijilesh rajan" initials="" lastIdx="4" clrIdx="0"/>
  <p:cmAuthor id="1" name="BELHAJ Kenza" initials="BK" lastIdx="5" clrIdx="1"/>
  <p:cmAuthor id="2" name="GHANIM Ibtissam" initials="GI" lastIdx="3" clrIdx="2">
    <p:extLst>
      <p:ext uri="{19B8F6BF-5375-455C-9EA6-DF929625EA0E}">
        <p15:presenceInfo xmlns:p15="http://schemas.microsoft.com/office/powerpoint/2012/main" userId="S-1-5-21-3126896699-2736327119-1644971827-53419" providerId="AD"/>
      </p:ext>
    </p:extLst>
  </p:cmAuthor>
  <p:cmAuthor id="3" name="HASSINI Bouchra" initials="HB" lastIdx="10" clrIdx="3">
    <p:extLst>
      <p:ext uri="{19B8F6BF-5375-455C-9EA6-DF929625EA0E}">
        <p15:presenceInfo xmlns:p15="http://schemas.microsoft.com/office/powerpoint/2012/main" userId="S-1-5-21-3126896699-2736327119-1644971827-144298" providerId="AD"/>
      </p:ext>
    </p:extLst>
  </p:cmAuthor>
  <p:cmAuthor id="4" name="AMRANI Achraf" initials="AA" lastIdx="5" clrIdx="4">
    <p:extLst>
      <p:ext uri="{19B8F6BF-5375-455C-9EA6-DF929625EA0E}">
        <p15:presenceInfo xmlns:p15="http://schemas.microsoft.com/office/powerpoint/2012/main" userId="S-1-5-21-3126896699-2736327119-1644971827-151950" providerId="AD"/>
      </p:ext>
    </p:extLst>
  </p:cmAuthor>
  <p:cmAuthor id="5" name="EL MAMERI Adil" initials="EMA" lastIdx="8" clrIdx="5">
    <p:extLst>
      <p:ext uri="{19B8F6BF-5375-455C-9EA6-DF929625EA0E}">
        <p15:presenceInfo xmlns:p15="http://schemas.microsoft.com/office/powerpoint/2012/main" userId="S-1-5-21-3126896699-2736327119-1644971827-15685" providerId="AD"/>
      </p:ext>
    </p:extLst>
  </p:cmAuthor>
  <p:cmAuthor id="6" name="CHAOUI ROQAI Salma" initials="CRS" lastIdx="1" clrIdx="6">
    <p:extLst>
      <p:ext uri="{19B8F6BF-5375-455C-9EA6-DF929625EA0E}">
        <p15:presenceInfo xmlns:p15="http://schemas.microsoft.com/office/powerpoint/2012/main" userId="S-1-5-21-3126896699-2736327119-1644971827-12317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E9C82"/>
    <a:srgbClr val="78BCA5"/>
    <a:srgbClr val="005882"/>
    <a:srgbClr val="007C30"/>
    <a:srgbClr val="207068"/>
    <a:srgbClr val="A0141C"/>
    <a:srgbClr val="67CEFF"/>
    <a:srgbClr val="6DA8C9"/>
    <a:srgbClr val="FFE699"/>
    <a:srgbClr val="A9D08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885893-CC1A-114A-95C7-168D040BF244}" v="5" dt="2025-03-11T11:11:50.605"/>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2DE63D5-997A-4646-A377-4702673A728D}" styleName="Style léger 2 - Accentuation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12C8C85-51F0-491E-9774-3900AFEF0FD7}" styleName="Style léger 2 - Accentuation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06" autoAdjust="0"/>
    <p:restoredTop sz="93767" autoAdjust="0"/>
  </p:normalViewPr>
  <p:slideViewPr>
    <p:cSldViewPr snapToGrid="0" showGuides="1">
      <p:cViewPr varScale="1">
        <p:scale>
          <a:sx n="105" d="100"/>
          <a:sy n="105" d="100"/>
        </p:scale>
        <p:origin x="1536" y="488"/>
      </p:cViewPr>
      <p:guideLst>
        <p:guide orient="horz" pos="187"/>
        <p:guide pos="4377"/>
      </p:guideLst>
    </p:cSldViewPr>
  </p:slideViewPr>
  <p:outlineViewPr>
    <p:cViewPr>
      <p:scale>
        <a:sx n="33" d="100"/>
        <a:sy n="33" d="100"/>
      </p:scale>
      <p:origin x="0" y="0"/>
    </p:cViewPr>
  </p:outlineViewPr>
  <p:notesTextViewPr>
    <p:cViewPr>
      <p:scale>
        <a:sx n="125" d="100"/>
        <a:sy n="125" d="100"/>
      </p:scale>
      <p:origin x="0" y="0"/>
    </p:cViewPr>
  </p:notesTextViewPr>
  <p:sorterViewPr>
    <p:cViewPr varScale="1">
      <p:scale>
        <a:sx n="100" d="100"/>
        <a:sy n="100" d="100"/>
      </p:scale>
      <p:origin x="0" y="-12568"/>
    </p:cViewPr>
  </p:sorterViewPr>
  <p:notesViewPr>
    <p:cSldViewPr snapToGrid="0" showGuides="1">
      <p:cViewPr varScale="1">
        <p:scale>
          <a:sx n="49" d="100"/>
          <a:sy n="49" d="100"/>
        </p:scale>
        <p:origin x="2839" y="24"/>
      </p:cViewPr>
      <p:guideLst>
        <p:guide orient="horz" pos="2938"/>
        <p:guide pos="195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ags" Target="tags/tag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handoutMaster" Target="handoutMasters/handoutMaster1.xml"/><Relationship Id="rId28"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microsoft.com/office/2015/10/relationships/revisionInfo" Target="revisionInfo.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notesMaster" Target="notesMasters/notesMaster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FKY Sami" userId="491c6483-5bb6-4d6b-9dc3-2650a26c7969" providerId="ADAL" clId="{A4885893-CC1A-114A-95C7-168D040BF244}"/>
    <pc:docChg chg="undo custSel modSld modMainMaster">
      <pc:chgData name="RIFKY Sami" userId="491c6483-5bb6-4d6b-9dc3-2650a26c7969" providerId="ADAL" clId="{A4885893-CC1A-114A-95C7-168D040BF244}" dt="2025-03-11T11:12:03.041" v="25" actId="478"/>
      <pc:docMkLst>
        <pc:docMk/>
      </pc:docMkLst>
      <pc:sldChg chg="addSp delSp modSp mod">
        <pc:chgData name="RIFKY Sami" userId="491c6483-5bb6-4d6b-9dc3-2650a26c7969" providerId="ADAL" clId="{A4885893-CC1A-114A-95C7-168D040BF244}" dt="2025-03-11T11:12:03.041" v="25" actId="478"/>
        <pc:sldMkLst>
          <pc:docMk/>
          <pc:sldMk cId="841813561" sldId="266"/>
        </pc:sldMkLst>
        <pc:spChg chg="add del mod">
          <ac:chgData name="RIFKY Sami" userId="491c6483-5bb6-4d6b-9dc3-2650a26c7969" providerId="ADAL" clId="{A4885893-CC1A-114A-95C7-168D040BF244}" dt="2025-03-11T11:12:03.041" v="25" actId="478"/>
          <ac:spMkLst>
            <pc:docMk/>
            <pc:sldMk cId="841813561" sldId="266"/>
            <ac:spMk id="15" creationId="{87F19BC6-CF91-7D78-13DB-AFECADE53890}"/>
          </ac:spMkLst>
        </pc:spChg>
        <pc:picChg chg="add del mod">
          <ac:chgData name="RIFKY Sami" userId="491c6483-5bb6-4d6b-9dc3-2650a26c7969" providerId="ADAL" clId="{A4885893-CC1A-114A-95C7-168D040BF244}" dt="2025-03-11T11:09:21.907" v="5" actId="478"/>
          <ac:picMkLst>
            <pc:docMk/>
            <pc:sldMk cId="841813561" sldId="266"/>
            <ac:picMk id="7" creationId="{3E5D49D2-47EF-F25C-DEA4-1D29508C2AA0}"/>
          </ac:picMkLst>
        </pc:picChg>
        <pc:picChg chg="add del mod">
          <ac:chgData name="RIFKY Sami" userId="491c6483-5bb6-4d6b-9dc3-2650a26c7969" providerId="ADAL" clId="{A4885893-CC1A-114A-95C7-168D040BF244}" dt="2025-03-11T11:09:44.603" v="9" actId="478"/>
          <ac:picMkLst>
            <pc:docMk/>
            <pc:sldMk cId="841813561" sldId="266"/>
            <ac:picMk id="9" creationId="{4B554A14-4B64-C400-4400-E09890D6FE2E}"/>
          </ac:picMkLst>
        </pc:picChg>
        <pc:picChg chg="del mod">
          <ac:chgData name="RIFKY Sami" userId="491c6483-5bb6-4d6b-9dc3-2650a26c7969" providerId="ADAL" clId="{A4885893-CC1A-114A-95C7-168D040BF244}" dt="2025-03-11T11:12:01.060" v="24" actId="478"/>
          <ac:picMkLst>
            <pc:docMk/>
            <pc:sldMk cId="841813561" sldId="266"/>
            <ac:picMk id="11" creationId="{88319283-F6F1-FE58-7077-FD4A6D62FBEE}"/>
          </ac:picMkLst>
        </pc:picChg>
        <pc:picChg chg="add mod">
          <ac:chgData name="RIFKY Sami" userId="491c6483-5bb6-4d6b-9dc3-2650a26c7969" providerId="ADAL" clId="{A4885893-CC1A-114A-95C7-168D040BF244}" dt="2025-03-11T11:11:57.565" v="23" actId="1076"/>
          <ac:picMkLst>
            <pc:docMk/>
            <pc:sldMk cId="841813561" sldId="266"/>
            <ac:picMk id="13" creationId="{B62EA71E-D721-F3F9-2E4E-F088FEBD52D0}"/>
          </ac:picMkLst>
        </pc:picChg>
      </pc:sldChg>
      <pc:sldMasterChg chg="modSldLayout">
        <pc:chgData name="RIFKY Sami" userId="491c6483-5bb6-4d6b-9dc3-2650a26c7969" providerId="ADAL" clId="{A4885893-CC1A-114A-95C7-168D040BF244}" dt="2025-03-11T11:08:09.349" v="1" actId="478"/>
        <pc:sldMasterMkLst>
          <pc:docMk/>
          <pc:sldMasterMk cId="1144752724" sldId="2147483842"/>
        </pc:sldMasterMkLst>
        <pc:sldLayoutChg chg="delSp mod">
          <pc:chgData name="RIFKY Sami" userId="491c6483-5bb6-4d6b-9dc3-2650a26c7969" providerId="ADAL" clId="{A4885893-CC1A-114A-95C7-168D040BF244}" dt="2025-03-11T11:08:09.349" v="1" actId="478"/>
          <pc:sldLayoutMkLst>
            <pc:docMk/>
            <pc:sldMasterMk cId="1144752724" sldId="2147483842"/>
            <pc:sldLayoutMk cId="2268930388" sldId="2147483843"/>
          </pc:sldLayoutMkLst>
          <pc:spChg chg="del">
            <ac:chgData name="RIFKY Sami" userId="491c6483-5bb6-4d6b-9dc3-2650a26c7969" providerId="ADAL" clId="{A4885893-CC1A-114A-95C7-168D040BF244}" dt="2025-03-11T11:08:08.581" v="0" actId="478"/>
            <ac:spMkLst>
              <pc:docMk/>
              <pc:sldMasterMk cId="1144752724" sldId="2147483842"/>
              <pc:sldLayoutMk cId="2268930388" sldId="2147483843"/>
              <ac:spMk id="19" creationId="{00000000-0000-0000-0000-000000000000}"/>
            </ac:spMkLst>
          </pc:spChg>
          <pc:picChg chg="del">
            <ac:chgData name="RIFKY Sami" userId="491c6483-5bb6-4d6b-9dc3-2650a26c7969" providerId="ADAL" clId="{A4885893-CC1A-114A-95C7-168D040BF244}" dt="2025-03-11T11:08:09.349" v="1" actId="478"/>
            <ac:picMkLst>
              <pc:docMk/>
              <pc:sldMasterMk cId="1144752724" sldId="2147483842"/>
              <pc:sldLayoutMk cId="2268930388" sldId="2147483843"/>
              <ac:picMk id="11" creationId="{00000000-0000-0000-0000-000000000000}"/>
            </ac:picMkLst>
          </pc:picChg>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9967170273992263E-2"/>
          <c:y val="2.6737876667917972E-2"/>
          <c:w val="0.93278906649278326"/>
          <c:h val="0.9732618899690787"/>
        </c:manualLayout>
      </c:layout>
      <c:doughnutChart>
        <c:varyColors val="1"/>
        <c:ser>
          <c:idx val="0"/>
          <c:order val="0"/>
          <c:tx>
            <c:strRef>
              <c:f>'Procédure &amp; Data'!$B$19</c:f>
              <c:strCache>
                <c:ptCount val="1"/>
                <c:pt idx="0">
                  <c:v>Curseur</c:v>
                </c:pt>
              </c:strCache>
            </c:strRef>
          </c:tx>
          <c:explosion val="2"/>
          <c:dPt>
            <c:idx val="0"/>
            <c:bubble3D val="0"/>
            <c:spPr>
              <a:solidFill>
                <a:srgbClr val="FF0000"/>
              </a:solidFill>
              <a:ln w="19050">
                <a:solidFill>
                  <a:srgbClr val="FF0000"/>
                </a:solidFill>
              </a:ln>
              <a:effectLst/>
            </c:spPr>
            <c:extLst>
              <c:ext xmlns:c16="http://schemas.microsoft.com/office/drawing/2014/chart" uri="{C3380CC4-5D6E-409C-BE32-E72D297353CC}">
                <c16:uniqueId val="{00000001-CB8E-456D-A7D0-44078DE7EE49}"/>
              </c:ext>
            </c:extLst>
          </c:dPt>
          <c:dPt>
            <c:idx val="1"/>
            <c:bubble3D val="0"/>
            <c:spPr>
              <a:solidFill>
                <a:srgbClr val="FFC000"/>
              </a:solidFill>
              <a:ln w="19050">
                <a:solidFill>
                  <a:srgbClr val="FFC000"/>
                </a:solidFill>
              </a:ln>
              <a:effectLst/>
            </c:spPr>
            <c:extLst>
              <c:ext xmlns:c16="http://schemas.microsoft.com/office/drawing/2014/chart" uri="{C3380CC4-5D6E-409C-BE32-E72D297353CC}">
                <c16:uniqueId val="{00000003-CB8E-456D-A7D0-44078DE7EE49}"/>
              </c:ext>
            </c:extLst>
          </c:dPt>
          <c:dPt>
            <c:idx val="2"/>
            <c:bubble3D val="0"/>
            <c:spPr>
              <a:solidFill>
                <a:srgbClr val="FFFF00"/>
              </a:solidFill>
              <a:ln w="19050">
                <a:solidFill>
                  <a:srgbClr val="FFFF00"/>
                </a:solidFill>
              </a:ln>
              <a:effectLst/>
            </c:spPr>
            <c:extLst>
              <c:ext xmlns:c16="http://schemas.microsoft.com/office/drawing/2014/chart" uri="{C3380CC4-5D6E-409C-BE32-E72D297353CC}">
                <c16:uniqueId val="{00000005-CB8E-456D-A7D0-44078DE7EE49}"/>
              </c:ext>
            </c:extLst>
          </c:dPt>
          <c:dPt>
            <c:idx val="3"/>
            <c:bubble3D val="0"/>
            <c:spPr>
              <a:solidFill>
                <a:srgbClr val="178F2E"/>
              </a:solidFill>
              <a:ln w="19050">
                <a:solidFill>
                  <a:srgbClr val="178F2E"/>
                </a:solidFill>
              </a:ln>
              <a:effectLst/>
            </c:spPr>
            <c:extLst>
              <c:ext xmlns:c16="http://schemas.microsoft.com/office/drawing/2014/chart" uri="{C3380CC4-5D6E-409C-BE32-E72D297353CC}">
                <c16:uniqueId val="{00000007-CB8E-456D-A7D0-44078DE7EE49}"/>
              </c:ext>
            </c:extLst>
          </c:dPt>
          <c:dPt>
            <c:idx val="4"/>
            <c:bubble3D val="0"/>
            <c:spPr>
              <a:solidFill>
                <a:schemeClr val="bg1"/>
              </a:solidFill>
              <a:ln w="19050">
                <a:solidFill>
                  <a:schemeClr val="lt1"/>
                </a:solidFill>
              </a:ln>
              <a:effectLst/>
            </c:spPr>
            <c:extLst>
              <c:ext xmlns:c16="http://schemas.microsoft.com/office/drawing/2014/chart" uri="{C3380CC4-5D6E-409C-BE32-E72D297353CC}">
                <c16:uniqueId val="{00000009-CB8E-456D-A7D0-44078DE7EE49}"/>
              </c:ext>
            </c:extLst>
          </c:dPt>
          <c:cat>
            <c:strRef>
              <c:f>'Procédure &amp; Data'!$A$20:$A$24</c:f>
              <c:strCache>
                <c:ptCount val="5"/>
                <c:pt idx="0">
                  <c:v>Vert</c:v>
                </c:pt>
                <c:pt idx="1">
                  <c:v>Jaune</c:v>
                </c:pt>
                <c:pt idx="2">
                  <c:v>Orange</c:v>
                </c:pt>
                <c:pt idx="3">
                  <c:v>Rouge</c:v>
                </c:pt>
                <c:pt idx="4">
                  <c:v>Invisible</c:v>
                </c:pt>
              </c:strCache>
            </c:strRef>
          </c:cat>
          <c:val>
            <c:numRef>
              <c:f>'Procédure &amp; Data'!$B$20:$B$24</c:f>
              <c:numCache>
                <c:formatCode>General</c:formatCode>
                <c:ptCount val="5"/>
                <c:pt idx="0">
                  <c:v>25</c:v>
                </c:pt>
                <c:pt idx="1">
                  <c:v>25</c:v>
                </c:pt>
                <c:pt idx="2">
                  <c:v>25</c:v>
                </c:pt>
                <c:pt idx="3">
                  <c:v>25</c:v>
                </c:pt>
                <c:pt idx="4">
                  <c:v>100</c:v>
                </c:pt>
              </c:numCache>
            </c:numRef>
          </c:val>
          <c:extLst>
            <c:ext xmlns:c16="http://schemas.microsoft.com/office/drawing/2014/chart" uri="{C3380CC4-5D6E-409C-BE32-E72D297353CC}">
              <c16:uniqueId val="{0000000A-CB8E-456D-A7D0-44078DE7EE49}"/>
            </c:ext>
          </c:extLst>
        </c:ser>
        <c:dLbls>
          <c:showLegendKey val="0"/>
          <c:showVal val="0"/>
          <c:showCatName val="0"/>
          <c:showSerName val="0"/>
          <c:showPercent val="0"/>
          <c:showBubbleSize val="0"/>
          <c:showLeaderLines val="1"/>
        </c:dLbls>
        <c:firstSliceAng val="270"/>
        <c:holeSize val="53"/>
      </c:doughnutChart>
      <c:pieChart>
        <c:varyColors val="1"/>
        <c:ser>
          <c:idx val="1"/>
          <c:order val="1"/>
          <c:spPr>
            <a:ln>
              <a:noFill/>
            </a:ln>
          </c:spPr>
          <c:explosion val="9"/>
          <c:dPt>
            <c:idx val="0"/>
            <c:bubble3D val="0"/>
            <c:spPr>
              <a:noFill/>
              <a:ln w="19050">
                <a:noFill/>
              </a:ln>
              <a:effectLst/>
            </c:spPr>
            <c:extLst>
              <c:ext xmlns:c16="http://schemas.microsoft.com/office/drawing/2014/chart" uri="{C3380CC4-5D6E-409C-BE32-E72D297353CC}">
                <c16:uniqueId val="{0000000C-CB8E-456D-A7D0-44078DE7EE49}"/>
              </c:ext>
            </c:extLst>
          </c:dPt>
          <c:dPt>
            <c:idx val="1"/>
            <c:bubble3D val="0"/>
            <c:spPr>
              <a:solidFill>
                <a:schemeClr val="tx1"/>
              </a:solidFill>
              <a:ln w="19050">
                <a:noFill/>
              </a:ln>
              <a:effectLst/>
            </c:spPr>
            <c:extLst>
              <c:ext xmlns:c16="http://schemas.microsoft.com/office/drawing/2014/chart" uri="{C3380CC4-5D6E-409C-BE32-E72D297353CC}">
                <c16:uniqueId val="{0000000E-CB8E-456D-A7D0-44078DE7EE49}"/>
              </c:ext>
            </c:extLst>
          </c:dPt>
          <c:dPt>
            <c:idx val="2"/>
            <c:bubble3D val="0"/>
            <c:spPr>
              <a:noFill/>
              <a:ln w="19050">
                <a:noFill/>
              </a:ln>
              <a:effectLst/>
            </c:spPr>
            <c:extLst>
              <c:ext xmlns:c16="http://schemas.microsoft.com/office/drawing/2014/chart" uri="{C3380CC4-5D6E-409C-BE32-E72D297353CC}">
                <c16:uniqueId val="{00000010-CB8E-456D-A7D0-44078DE7EE49}"/>
              </c:ext>
            </c:extLst>
          </c:dPt>
          <c:val>
            <c:numRef>
              <c:f>'Procédure &amp; Data'!$B$25:$B$27</c:f>
              <c:numCache>
                <c:formatCode>General</c:formatCode>
                <c:ptCount val="3"/>
                <c:pt idx="0">
                  <c:v>66</c:v>
                </c:pt>
                <c:pt idx="1">
                  <c:v>1</c:v>
                </c:pt>
                <c:pt idx="2">
                  <c:v>133</c:v>
                </c:pt>
              </c:numCache>
            </c:numRef>
          </c:val>
          <c:extLst>
            <c:ext xmlns:c16="http://schemas.microsoft.com/office/drawing/2014/chart" uri="{C3380CC4-5D6E-409C-BE32-E72D297353CC}">
              <c16:uniqueId val="{00000011-CB8E-456D-A7D0-44078DE7EE49}"/>
            </c:ext>
          </c:extLst>
        </c:ser>
        <c:dLbls>
          <c:showLegendKey val="0"/>
          <c:showVal val="0"/>
          <c:showCatName val="0"/>
          <c:showSerName val="0"/>
          <c:showPercent val="0"/>
          <c:showBubbleSize val="0"/>
          <c:showLeaderLines val="1"/>
        </c:dLbls>
        <c:firstSliceAng val="270"/>
      </c:pie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84921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Rot="1" noChangeAspect="1" noChangeArrowheads="1" noTextEdit="1"/>
          </p:cNvSpPr>
          <p:nvPr>
            <p:ph type="sldImg" idx="2"/>
          </p:nvPr>
        </p:nvSpPr>
        <p:spPr bwMode="gray">
          <a:xfrm>
            <a:off x="365125" y="585788"/>
            <a:ext cx="5467350" cy="4100512"/>
          </a:xfrm>
          <a:prstGeom prst="rect">
            <a:avLst/>
          </a:prstGeom>
          <a:no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123" name="Rectangle 3"/>
          <p:cNvSpPr>
            <a:spLocks noGrp="1" noChangeArrowheads="1"/>
          </p:cNvSpPr>
          <p:nvPr>
            <p:ph type="body" sz="quarter" idx="3"/>
          </p:nvPr>
        </p:nvSpPr>
        <p:spPr bwMode="gray">
          <a:xfrm>
            <a:off x="693649" y="5007692"/>
            <a:ext cx="4810613" cy="1494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127" name="Rectangle 7"/>
          <p:cNvSpPr>
            <a:spLocks noGrp="1" noChangeArrowheads="1"/>
          </p:cNvSpPr>
          <p:nvPr>
            <p:ph type="sldNum" sz="quarter" idx="5"/>
          </p:nvPr>
        </p:nvSpPr>
        <p:spPr bwMode="gray">
          <a:xfrm>
            <a:off x="5169221" y="8911025"/>
            <a:ext cx="335028" cy="224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b" anchorCtr="0" compatLnSpc="1">
            <a:prstTxWarp prst="textNoShape">
              <a:avLst/>
            </a:prstTxWarp>
            <a:spAutoFit/>
          </a:bodyPr>
          <a:lstStyle>
            <a:lvl1pPr algn="r" defTabSz="754470">
              <a:buClrTx/>
              <a:defRPr/>
            </a:lvl1pPr>
          </a:lstStyle>
          <a:p>
            <a:fld id="{80804ED8-C392-434F-B63E-FAC66BA10921}" type="slidenum">
              <a:rPr lang="en-US" smtClean="0"/>
              <a:pPr/>
              <a:t>‹#›</a:t>
            </a:fld>
            <a:endParaRPr lang="en-US" dirty="0"/>
          </a:p>
        </p:txBody>
      </p:sp>
      <p:sp>
        <p:nvSpPr>
          <p:cNvPr id="5128" name="doc id"/>
          <p:cNvSpPr>
            <a:spLocks noGrp="1" noChangeArrowheads="1"/>
          </p:cNvSpPr>
          <p:nvPr>
            <p:ph type="ftr" sz="quarter" idx="4"/>
          </p:nvPr>
        </p:nvSpPr>
        <p:spPr bwMode="gray">
          <a:xfrm>
            <a:off x="5244578" y="111592"/>
            <a:ext cx="259686" cy="107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b" anchorCtr="0" compatLnSpc="1">
            <a:prstTxWarp prst="textNoShape">
              <a:avLst/>
            </a:prstTxWarp>
            <a:spAutoFit/>
          </a:bodyPr>
          <a:lstStyle>
            <a:lvl1pPr algn="r" defTabSz="754470">
              <a:buClrTx/>
              <a:defRPr sz="700"/>
            </a:lvl1pPr>
          </a:lstStyle>
          <a:p>
            <a:r>
              <a:rPr lang="en-US" dirty="0"/>
              <a:t>Doc Id</a:t>
            </a:r>
          </a:p>
        </p:txBody>
      </p:sp>
    </p:spTree>
    <p:extLst>
      <p:ext uri="{BB962C8B-B14F-4D97-AF65-F5344CB8AC3E}">
        <p14:creationId xmlns:p14="http://schemas.microsoft.com/office/powerpoint/2010/main" val="3960283291"/>
      </p:ext>
    </p:extLst>
  </p:cSld>
  <p:clrMap bg1="lt1" tx1="dk1" bg2="lt2" tx2="dk2" accent1="accent1" accent2="accent2" accent3="accent3" accent4="accent4" accent5="accent5" accent6="accent6" hlink="hlink" folHlink="folHlink"/>
  <p:hf sldNum="0" hdr="0" ftr="0" dt="0"/>
  <p:notesStyle>
    <a:lvl1pPr algn="l" defTabSz="1087314" rtl="0" fontAlgn="base">
      <a:spcBef>
        <a:spcPct val="0"/>
      </a:spcBef>
      <a:spcAft>
        <a:spcPct val="0"/>
      </a:spcAft>
      <a:buClr>
        <a:schemeClr val="tx2"/>
      </a:buClr>
      <a:defRPr sz="1943" kern="1200">
        <a:solidFill>
          <a:schemeClr val="tx1"/>
        </a:solidFill>
        <a:latin typeface="Arial" charset="0"/>
        <a:ea typeface="+mn-ea"/>
        <a:cs typeface="+mn-cs"/>
      </a:defRPr>
    </a:lvl1pPr>
    <a:lvl2pPr marL="142662" indent="-140735" algn="l" defTabSz="1087314" rtl="0" fontAlgn="base">
      <a:spcBef>
        <a:spcPct val="0"/>
      </a:spcBef>
      <a:spcAft>
        <a:spcPct val="0"/>
      </a:spcAft>
      <a:buClr>
        <a:schemeClr val="tx2"/>
      </a:buClr>
      <a:buSzPct val="120000"/>
      <a:buFont typeface="Arial" charset="0"/>
      <a:buChar char="▪"/>
      <a:defRPr sz="1943" kern="1200">
        <a:solidFill>
          <a:schemeClr val="tx1"/>
        </a:solidFill>
        <a:latin typeface="Arial" charset="0"/>
        <a:ea typeface="+mn-ea"/>
        <a:cs typeface="+mn-cs"/>
      </a:defRPr>
    </a:lvl2pPr>
    <a:lvl3pPr marL="364366" indent="-219776" algn="l" defTabSz="1087314" rtl="0" fontAlgn="base">
      <a:spcBef>
        <a:spcPct val="0"/>
      </a:spcBef>
      <a:spcAft>
        <a:spcPct val="0"/>
      </a:spcAft>
      <a:buClr>
        <a:schemeClr val="tx2"/>
      </a:buClr>
      <a:buSzPct val="120000"/>
      <a:buFont typeface="Arial" charset="0"/>
      <a:buChar char="–"/>
      <a:defRPr sz="1943" kern="1200">
        <a:solidFill>
          <a:schemeClr val="tx1"/>
        </a:solidFill>
        <a:latin typeface="Arial" charset="0"/>
        <a:ea typeface="+mn-ea"/>
        <a:cs typeface="+mn-cs"/>
      </a:defRPr>
    </a:lvl3pPr>
    <a:lvl4pPr marL="518595" indent="-152302" algn="l" defTabSz="1087314" rtl="0" fontAlgn="base">
      <a:spcBef>
        <a:spcPct val="0"/>
      </a:spcBef>
      <a:spcAft>
        <a:spcPct val="0"/>
      </a:spcAft>
      <a:buClr>
        <a:schemeClr val="tx2"/>
      </a:buClr>
      <a:buFont typeface="Arial" charset="0"/>
      <a:buChar char="▫"/>
      <a:defRPr sz="1943" kern="1200">
        <a:solidFill>
          <a:schemeClr val="tx1"/>
        </a:solidFill>
        <a:latin typeface="Arial" charset="0"/>
        <a:ea typeface="+mn-ea"/>
        <a:cs typeface="+mn-cs"/>
      </a:defRPr>
    </a:lvl4pPr>
    <a:lvl5pPr marL="659329" indent="-138806" algn="l" defTabSz="1087314" rtl="0" fontAlgn="base">
      <a:spcBef>
        <a:spcPct val="0"/>
      </a:spcBef>
      <a:spcAft>
        <a:spcPct val="0"/>
      </a:spcAft>
      <a:buClr>
        <a:schemeClr val="tx2"/>
      </a:buClr>
      <a:buSzPct val="89000"/>
      <a:buFont typeface="Arial" charset="0"/>
      <a:buChar char="-"/>
      <a:defRPr sz="1943" kern="1200">
        <a:solidFill>
          <a:schemeClr val="tx1"/>
        </a:solidFill>
        <a:latin typeface="Arial" charset="0"/>
        <a:ea typeface="+mn-ea"/>
        <a:cs typeface="+mn-cs"/>
      </a:defRPr>
    </a:lvl5pPr>
    <a:lvl6pPr marL="2776121" algn="l" defTabSz="1110448" rtl="0" eaLnBrk="1" latinLnBrk="0" hangingPunct="1">
      <a:defRPr sz="1457" kern="1200">
        <a:solidFill>
          <a:schemeClr val="tx1"/>
        </a:solidFill>
        <a:latin typeface="+mn-lt"/>
        <a:ea typeface="+mn-ea"/>
        <a:cs typeface="+mn-cs"/>
      </a:defRPr>
    </a:lvl6pPr>
    <a:lvl7pPr marL="3331346" algn="l" defTabSz="1110448" rtl="0" eaLnBrk="1" latinLnBrk="0" hangingPunct="1">
      <a:defRPr sz="1457" kern="1200">
        <a:solidFill>
          <a:schemeClr val="tx1"/>
        </a:solidFill>
        <a:latin typeface="+mn-lt"/>
        <a:ea typeface="+mn-ea"/>
        <a:cs typeface="+mn-cs"/>
      </a:defRPr>
    </a:lvl7pPr>
    <a:lvl8pPr marL="3886570" algn="l" defTabSz="1110448" rtl="0" eaLnBrk="1" latinLnBrk="0" hangingPunct="1">
      <a:defRPr sz="1457" kern="1200">
        <a:solidFill>
          <a:schemeClr val="tx1"/>
        </a:solidFill>
        <a:latin typeface="+mn-lt"/>
        <a:ea typeface="+mn-ea"/>
        <a:cs typeface="+mn-cs"/>
      </a:defRPr>
    </a:lvl8pPr>
    <a:lvl9pPr marL="4441794" algn="l" defTabSz="1110448" rtl="0" eaLnBrk="1" latinLnBrk="0" hangingPunct="1">
      <a:defRPr sz="1457"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65125" y="585788"/>
            <a:ext cx="5467350" cy="4100512"/>
          </a:xfrm>
        </p:spPr>
      </p:sp>
      <p:sp>
        <p:nvSpPr>
          <p:cNvPr id="3" name="Espace réservé des notes 2"/>
          <p:cNvSpPr>
            <a:spLocks noGrp="1"/>
          </p:cNvSpPr>
          <p:nvPr>
            <p:ph type="body" idx="1"/>
          </p:nvPr>
        </p:nvSpPr>
        <p:spPr>
          <a:xfrm>
            <a:off x="693649" y="5007693"/>
            <a:ext cx="4810613" cy="298993"/>
          </a:xfrm>
        </p:spPr>
        <p:txBody>
          <a:bodyPr/>
          <a:lstStyle/>
          <a:p>
            <a:endParaRPr lang="fr-FR" dirty="0"/>
          </a:p>
        </p:txBody>
      </p:sp>
    </p:spTree>
    <p:extLst>
      <p:ext uri="{BB962C8B-B14F-4D97-AF65-F5344CB8AC3E}">
        <p14:creationId xmlns:p14="http://schemas.microsoft.com/office/powerpoint/2010/main" val="35901686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65125" y="585788"/>
            <a:ext cx="5467350" cy="4100512"/>
          </a:xfrm>
        </p:spPr>
      </p:sp>
      <p:sp>
        <p:nvSpPr>
          <p:cNvPr id="3" name="Espace réservé des notes 2"/>
          <p:cNvSpPr>
            <a:spLocks noGrp="1"/>
          </p:cNvSpPr>
          <p:nvPr>
            <p:ph type="body" idx="1"/>
          </p:nvPr>
        </p:nvSpPr>
        <p:spPr>
          <a:xfrm>
            <a:off x="693649" y="5007693"/>
            <a:ext cx="4810613" cy="298993"/>
          </a:xfrm>
        </p:spPr>
        <p:txBody>
          <a:bodyPr/>
          <a:lstStyle/>
          <a:p>
            <a:endParaRPr lang="fr-FR" dirty="0"/>
          </a:p>
        </p:txBody>
      </p:sp>
    </p:spTree>
    <p:extLst>
      <p:ext uri="{BB962C8B-B14F-4D97-AF65-F5344CB8AC3E}">
        <p14:creationId xmlns:p14="http://schemas.microsoft.com/office/powerpoint/2010/main" val="1388397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65125" y="585788"/>
            <a:ext cx="5467350" cy="4100512"/>
          </a:xfrm>
        </p:spPr>
      </p:sp>
      <p:sp>
        <p:nvSpPr>
          <p:cNvPr id="3" name="Espace réservé des notes 2"/>
          <p:cNvSpPr>
            <a:spLocks noGrp="1"/>
          </p:cNvSpPr>
          <p:nvPr>
            <p:ph type="body" idx="1"/>
          </p:nvPr>
        </p:nvSpPr>
        <p:spPr>
          <a:xfrm>
            <a:off x="693649" y="5007693"/>
            <a:ext cx="4810613" cy="298993"/>
          </a:xfrm>
        </p:spPr>
        <p:txBody>
          <a:bodyPr/>
          <a:lstStyle/>
          <a:p>
            <a:endParaRPr lang="fr-FR" dirty="0"/>
          </a:p>
        </p:txBody>
      </p:sp>
    </p:spTree>
    <p:extLst>
      <p:ext uri="{BB962C8B-B14F-4D97-AF65-F5344CB8AC3E}">
        <p14:creationId xmlns:p14="http://schemas.microsoft.com/office/powerpoint/2010/main" val="17559248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65125" y="585788"/>
            <a:ext cx="5467350" cy="4100512"/>
          </a:xfrm>
        </p:spPr>
      </p:sp>
      <p:sp>
        <p:nvSpPr>
          <p:cNvPr id="3" name="Espace réservé des notes 2"/>
          <p:cNvSpPr>
            <a:spLocks noGrp="1"/>
          </p:cNvSpPr>
          <p:nvPr>
            <p:ph type="body" idx="1"/>
          </p:nvPr>
        </p:nvSpPr>
        <p:spPr>
          <a:xfrm>
            <a:off x="116603" y="4813365"/>
            <a:ext cx="6610557" cy="4932290"/>
          </a:xfrm>
        </p:spPr>
        <p:txBody>
          <a:bodyPr/>
          <a:lstStyle/>
          <a:p>
            <a:pPr algn="just" defTabSz="929919">
              <a:defRPr/>
            </a:pPr>
            <a:endParaRPr lang="fr-FR" kern="1200" dirty="0">
              <a:solidFill>
                <a:srgbClr val="FF0000"/>
              </a:solidFill>
              <a:effectLst/>
              <a:latin typeface="Verdana" panose="020B0604030504040204" pitchFamily="34" charset="0"/>
              <a:ea typeface="Verdana" panose="020B0604030504040204" pitchFamily="34" charset="0"/>
              <a:cs typeface="Verdana" panose="020B0604030504040204" pitchFamily="34" charset="0"/>
            </a:endParaRPr>
          </a:p>
        </p:txBody>
      </p:sp>
      <p:sp>
        <p:nvSpPr>
          <p:cNvPr id="4" name="Espace réservé du numéro de diapositive 3"/>
          <p:cNvSpPr>
            <a:spLocks noGrp="1"/>
          </p:cNvSpPr>
          <p:nvPr>
            <p:ph type="sldNum" sz="quarter" idx="10"/>
          </p:nvPr>
        </p:nvSpPr>
        <p:spPr/>
        <p:txBody>
          <a:bodyPr/>
          <a:lstStyle/>
          <a:p>
            <a:fld id="{1EE1449C-1278-4DDE-A0EC-1C87211BF094}" type="slidenum">
              <a:rPr lang="fr-FR" smtClean="0"/>
              <a:t>7</a:t>
            </a:fld>
            <a:endParaRPr lang="fr-FR"/>
          </a:p>
        </p:txBody>
      </p:sp>
    </p:spTree>
    <p:extLst>
      <p:ext uri="{BB962C8B-B14F-4D97-AF65-F5344CB8AC3E}">
        <p14:creationId xmlns:p14="http://schemas.microsoft.com/office/powerpoint/2010/main" val="7291768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65125" y="585788"/>
            <a:ext cx="5467350" cy="4100512"/>
          </a:xfrm>
        </p:spPr>
      </p:sp>
      <p:sp>
        <p:nvSpPr>
          <p:cNvPr id="3" name="Espace réservé des notes 2"/>
          <p:cNvSpPr>
            <a:spLocks noGrp="1"/>
          </p:cNvSpPr>
          <p:nvPr>
            <p:ph type="body" idx="1"/>
          </p:nvPr>
        </p:nvSpPr>
        <p:spPr>
          <a:xfrm>
            <a:off x="693649" y="5007693"/>
            <a:ext cx="4810613" cy="298993"/>
          </a:xfrm>
        </p:spPr>
        <p:txBody>
          <a:bodyPr/>
          <a:lstStyle/>
          <a:p>
            <a:endParaRPr lang="fr-FR" dirty="0"/>
          </a:p>
        </p:txBody>
      </p:sp>
    </p:spTree>
    <p:extLst>
      <p:ext uri="{BB962C8B-B14F-4D97-AF65-F5344CB8AC3E}">
        <p14:creationId xmlns:p14="http://schemas.microsoft.com/office/powerpoint/2010/main" val="221681225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1.xml"/><Relationship Id="rId5" Type="http://schemas.openxmlformats.org/officeDocument/2006/relationships/image" Target="../media/image4.png"/><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2.xml"/><Relationship Id="rId4" Type="http://schemas.openxmlformats.org/officeDocument/2006/relationships/image" Target="../media/image5.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288681586"/>
              </p:ext>
            </p:extLst>
          </p:nvPr>
        </p:nvGraphicFramePr>
        <p:xfrm>
          <a:off x="1623" y="1623"/>
          <a:ext cx="1619" cy="1619"/>
        </p:xfrm>
        <a:graphic>
          <a:graphicData uri="http://schemas.openxmlformats.org/presentationml/2006/ole">
            <mc:AlternateContent xmlns:mc="http://schemas.openxmlformats.org/markup-compatibility/2006">
              <mc:Choice xmlns:v="urn:schemas-microsoft-com:vml" Requires="v">
                <p:oleObj name="Diapositive think-cell" r:id="rId3" imgW="270" imgH="270" progId="TCLayout.ActiveDocument.1">
                  <p:embed/>
                </p:oleObj>
              </mc:Choice>
              <mc:Fallback>
                <p:oleObj name="Diapositive think-cell" r:id="rId3" imgW="270" imgH="270" progId="TCLayout.ActiveDocument.1">
                  <p:embed/>
                  <p:pic>
                    <p:nvPicPr>
                      <p:cNvPr id="3" name="Object 2" hidden="1"/>
                      <p:cNvPicPr/>
                      <p:nvPr/>
                    </p:nvPicPr>
                    <p:blipFill>
                      <a:blip r:embed="rId4"/>
                      <a:stretch>
                        <a:fillRect/>
                      </a:stretch>
                    </p:blipFill>
                    <p:spPr>
                      <a:xfrm>
                        <a:off x="1623" y="1623"/>
                        <a:ext cx="1619" cy="1619"/>
                      </a:xfrm>
                      <a:prstGeom prst="rect">
                        <a:avLst/>
                      </a:prstGeom>
                    </p:spPr>
                  </p:pic>
                </p:oleObj>
              </mc:Fallback>
            </mc:AlternateContent>
          </a:graphicData>
        </a:graphic>
      </p:graphicFrame>
      <p:sp>
        <p:nvSpPr>
          <p:cNvPr id="4" name="Working Draft Text" hidden="1"/>
          <p:cNvSpPr txBox="1">
            <a:spLocks noChangeArrowheads="1"/>
          </p:cNvSpPr>
          <p:nvPr userDrawn="1"/>
        </p:nvSpPr>
        <p:spPr bwMode="auto">
          <a:xfrm>
            <a:off x="286770" y="270783"/>
            <a:ext cx="780663" cy="108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lgn="l" eaLnBrk="1" hangingPunct="1">
              <a:buClrTx/>
              <a:defRPr/>
            </a:pPr>
            <a:r>
              <a:rPr lang="en-US" sz="705" b="1" dirty="0">
                <a:solidFill>
                  <a:srgbClr val="FFFFFF"/>
                </a:solidFill>
                <a:latin typeface="Arial"/>
              </a:rPr>
              <a:t>WORKING DRAFT</a:t>
            </a:r>
          </a:p>
        </p:txBody>
      </p:sp>
      <p:sp>
        <p:nvSpPr>
          <p:cNvPr id="6" name="Working Draft" hidden="1"/>
          <p:cNvSpPr txBox="1">
            <a:spLocks noChangeArrowheads="1"/>
          </p:cNvSpPr>
          <p:nvPr userDrawn="1"/>
        </p:nvSpPr>
        <p:spPr bwMode="auto">
          <a:xfrm>
            <a:off x="286769" y="396389"/>
            <a:ext cx="2215350" cy="108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lgn="l" eaLnBrk="1" hangingPunct="1">
              <a:buClrTx/>
              <a:defRPr/>
            </a:pPr>
            <a:r>
              <a:rPr lang="en-GB" sz="705" dirty="0">
                <a:solidFill>
                  <a:srgbClr val="FFFFFF"/>
                </a:solidFill>
                <a:latin typeface="Arial"/>
              </a:rPr>
              <a:t>Last Modified 18/01/2019 23:40 Arabian Standard Time</a:t>
            </a:r>
            <a:endParaRPr lang="en-US" sz="705" dirty="0">
              <a:solidFill>
                <a:srgbClr val="FFFFFF"/>
              </a:solidFill>
              <a:latin typeface="Arial"/>
            </a:endParaRPr>
          </a:p>
        </p:txBody>
      </p:sp>
      <p:sp>
        <p:nvSpPr>
          <p:cNvPr id="7" name="Printed" hidden="1"/>
          <p:cNvSpPr txBox="1">
            <a:spLocks noChangeArrowheads="1"/>
          </p:cNvSpPr>
          <p:nvPr userDrawn="1"/>
        </p:nvSpPr>
        <p:spPr bwMode="auto">
          <a:xfrm>
            <a:off x="286761" y="522004"/>
            <a:ext cx="286938" cy="108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lgn="l" eaLnBrk="1" hangingPunct="1">
              <a:buClrTx/>
              <a:defRPr/>
            </a:pPr>
            <a:r>
              <a:rPr lang="en-US" sz="705" dirty="0">
                <a:solidFill>
                  <a:srgbClr val="FFFFFF"/>
                </a:solidFill>
                <a:latin typeface="Arial"/>
              </a:rPr>
              <a:t>Printed</a:t>
            </a:r>
          </a:p>
        </p:txBody>
      </p:sp>
      <p:sp>
        <p:nvSpPr>
          <p:cNvPr id="57" name="Document type" hidden="1"/>
          <p:cNvSpPr txBox="1">
            <a:spLocks noChangeArrowheads="1"/>
          </p:cNvSpPr>
          <p:nvPr userDrawn="1"/>
        </p:nvSpPr>
        <p:spPr bwMode="auto">
          <a:xfrm>
            <a:off x="286770" y="6490095"/>
            <a:ext cx="3660967" cy="1900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o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lgn="l" eaLnBrk="1" hangingPunct="1">
              <a:buClrTx/>
              <a:defRPr/>
            </a:pPr>
            <a:r>
              <a:rPr lang="en-US" sz="1236" dirty="0">
                <a:solidFill>
                  <a:srgbClr val="FFFFFF"/>
                </a:solidFill>
                <a:latin typeface="Arial"/>
              </a:rPr>
              <a:t>Document type | Date</a:t>
            </a:r>
          </a:p>
        </p:txBody>
      </p:sp>
      <p:pic>
        <p:nvPicPr>
          <p:cNvPr id="10" name="Image 9"/>
          <p:cNvPicPr>
            <a:picLocks noChangeAspect="1"/>
          </p:cNvPicPr>
          <p:nvPr userDrawn="1"/>
        </p:nvPicPr>
        <p:blipFill>
          <a:blip r:embed="rId5" cstate="print"/>
          <a:srcRect/>
          <a:stretch>
            <a:fillRect/>
          </a:stretch>
        </p:blipFill>
        <p:spPr bwMode="auto">
          <a:xfrm>
            <a:off x="78553" y="66533"/>
            <a:ext cx="652945" cy="716949"/>
          </a:xfrm>
          <a:prstGeom prst="rect">
            <a:avLst/>
          </a:prstGeom>
          <a:noFill/>
          <a:ln w="9525">
            <a:noFill/>
            <a:miter lim="800000"/>
            <a:headEnd/>
            <a:tailEnd/>
          </a:ln>
        </p:spPr>
      </p:pic>
    </p:spTree>
    <p:extLst>
      <p:ext uri="{BB962C8B-B14F-4D97-AF65-F5344CB8AC3E}">
        <p14:creationId xmlns:p14="http://schemas.microsoft.com/office/powerpoint/2010/main" val="2268930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1BB3C272-F2DD-4A2C-B3AF-8BFE635D5FB8}"/>
              </a:ext>
            </a:extLst>
          </p:cNvPr>
          <p:cNvGraphicFramePr>
            <a:graphicFrameLocks noChangeAspect="1"/>
          </p:cNvGraphicFramePr>
          <p:nvPr userDrawn="1">
            <p:custDataLst>
              <p:tags r:id="rId1"/>
            </p:custDataLst>
            <p:extLst>
              <p:ext uri="{D42A27DB-BD31-4B8C-83A1-F6EECF244321}">
                <p14:modId xmlns:p14="http://schemas.microsoft.com/office/powerpoint/2010/main" val="477578262"/>
              </p:ext>
            </p:extLst>
          </p:nvPr>
        </p:nvGraphicFramePr>
        <p:xfrm>
          <a:off x="1445" y="1401"/>
          <a:ext cx="1443" cy="1400"/>
        </p:xfrm>
        <a:graphic>
          <a:graphicData uri="http://schemas.openxmlformats.org/presentationml/2006/ole">
            <mc:AlternateContent xmlns:mc="http://schemas.openxmlformats.org/markup-compatibility/2006">
              <mc:Choice xmlns:v="urn:schemas-microsoft-com:vml" Requires="v">
                <p:oleObj name="Diapositive think-cell" r:id="rId3" imgW="347" imgH="346" progId="TCLayout.ActiveDocument.1">
                  <p:embed/>
                </p:oleObj>
              </mc:Choice>
              <mc:Fallback>
                <p:oleObj name="Diapositive think-cell" r:id="rId3" imgW="347" imgH="346" progId="TCLayout.ActiveDocument.1">
                  <p:embed/>
                  <p:pic>
                    <p:nvPicPr>
                      <p:cNvPr id="3" name="Object 2" hidden="1">
                        <a:extLst>
                          <a:ext uri="{FF2B5EF4-FFF2-40B4-BE49-F238E27FC236}">
                            <a16:creationId xmlns:a16="http://schemas.microsoft.com/office/drawing/2014/main" id="{1BB3C272-F2DD-4A2C-B3AF-8BFE635D5FB8}"/>
                          </a:ext>
                        </a:extLst>
                      </p:cNvPr>
                      <p:cNvPicPr/>
                      <p:nvPr/>
                    </p:nvPicPr>
                    <p:blipFill>
                      <a:blip r:embed="rId4"/>
                      <a:stretch>
                        <a:fillRect/>
                      </a:stretch>
                    </p:blipFill>
                    <p:spPr>
                      <a:xfrm>
                        <a:off x="1445" y="1401"/>
                        <a:ext cx="1443" cy="1400"/>
                      </a:xfrm>
                      <a:prstGeom prst="rect">
                        <a:avLst/>
                      </a:prstGeom>
                    </p:spPr>
                  </p:pic>
                </p:oleObj>
              </mc:Fallback>
            </mc:AlternateContent>
          </a:graphicData>
        </a:graphic>
      </p:graphicFrame>
      <p:sp>
        <p:nvSpPr>
          <p:cNvPr id="2" name="Titre 1"/>
          <p:cNvSpPr>
            <a:spLocks noGrp="1"/>
          </p:cNvSpPr>
          <p:nvPr>
            <p:ph type="title" hasCustomPrompt="1"/>
          </p:nvPr>
        </p:nvSpPr>
        <p:spPr/>
        <p:txBody>
          <a:bodyPr/>
          <a:lstStyle/>
          <a:p>
            <a:r>
              <a:rPr lang="fr-FR" dirty="0"/>
              <a:t>MODIFIEZ LE STYLE DU TITRE</a:t>
            </a:r>
          </a:p>
        </p:txBody>
      </p:sp>
    </p:spTree>
    <p:extLst>
      <p:ext uri="{BB962C8B-B14F-4D97-AF65-F5344CB8AC3E}">
        <p14:creationId xmlns:p14="http://schemas.microsoft.com/office/powerpoint/2010/main" val="1635102887"/>
      </p:ext>
    </p:extLst>
  </p:cSld>
  <p:clrMapOvr>
    <a:masterClrMapping/>
  </p:clrMapOvr>
  <p:extLst>
    <p:ext uri="{DCECCB84-F9BA-43D5-87BE-67443E8EF086}">
      <p15:sldGuideLst xmlns:p15="http://schemas.microsoft.com/office/powerpoint/2012/main">
        <p15:guide id="1" pos="6179" userDrawn="1">
          <p15:clr>
            <a:srgbClr val="F26B43"/>
          </p15:clr>
        </p15:guide>
        <p15:guide id="2" pos="83" userDrawn="1">
          <p15:clr>
            <a:srgbClr val="F26B43"/>
          </p15:clr>
        </p15:guide>
        <p15:guide id="3" orient="horz" pos="880" userDrawn="1">
          <p15:clr>
            <a:srgbClr val="F26B43"/>
          </p15:clr>
        </p15:guide>
        <p15:guide id="4" orient="horz" pos="6029" userDrawn="1">
          <p15:clr>
            <a:srgbClr val="F26B43"/>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3_Title and Content 1">
    <p:bg>
      <p:bgRef idx="1001">
        <a:schemeClr val="bg1"/>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Tree>
    <p:extLst>
      <p:ext uri="{BB962C8B-B14F-4D97-AF65-F5344CB8AC3E}">
        <p14:creationId xmlns:p14="http://schemas.microsoft.com/office/powerpoint/2010/main" val="113093392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4" name="bg object 16">
            <a:extLst>
              <a:ext uri="{FF2B5EF4-FFF2-40B4-BE49-F238E27FC236}">
                <a16:creationId xmlns:a16="http://schemas.microsoft.com/office/drawing/2014/main" id="{DD69C2CF-C332-422A-0DC7-8B67964D4DC8}"/>
              </a:ext>
            </a:extLst>
          </p:cNvPr>
          <p:cNvPicPr/>
          <p:nvPr userDrawn="1"/>
        </p:nvPicPr>
        <p:blipFill>
          <a:blip r:embed="rId2" cstate="print"/>
          <a:stretch>
            <a:fillRect/>
          </a:stretch>
        </p:blipFill>
        <p:spPr>
          <a:xfrm>
            <a:off x="0" y="-3263"/>
            <a:ext cx="9144000" cy="6861263"/>
          </a:xfrm>
          <a:prstGeom prst="rect">
            <a:avLst/>
          </a:prstGeom>
        </p:spPr>
      </p:pic>
      <p:sp>
        <p:nvSpPr>
          <p:cNvPr id="7" name="Picture Placeholder 7">
            <a:extLst>
              <a:ext uri="{FF2B5EF4-FFF2-40B4-BE49-F238E27FC236}">
                <a16:creationId xmlns:a16="http://schemas.microsoft.com/office/drawing/2014/main" id="{AB05A460-420E-41F6-34BD-D031B3008EEA}"/>
              </a:ext>
            </a:extLst>
          </p:cNvPr>
          <p:cNvSpPr>
            <a:spLocks noGrp="1"/>
          </p:cNvSpPr>
          <p:nvPr>
            <p:ph type="pic" sz="quarter" idx="11"/>
          </p:nvPr>
        </p:nvSpPr>
        <p:spPr>
          <a:xfrm>
            <a:off x="0" y="0"/>
            <a:ext cx="6228480" cy="6858000"/>
          </a:xfrm>
          <a:prstGeom prst="rect">
            <a:avLst/>
          </a:prstGeom>
          <a:solidFill>
            <a:schemeClr val="tx2"/>
          </a:solidFill>
        </p:spPr>
        <p:txBody>
          <a:bodyPr/>
          <a:lstStyle/>
          <a:p>
            <a:endParaRPr lang="en-US"/>
          </a:p>
        </p:txBody>
      </p:sp>
      <p:sp>
        <p:nvSpPr>
          <p:cNvPr id="8" name="Picture Placeholder 5">
            <a:extLst>
              <a:ext uri="{FF2B5EF4-FFF2-40B4-BE49-F238E27FC236}">
                <a16:creationId xmlns:a16="http://schemas.microsoft.com/office/drawing/2014/main" id="{C174A338-390F-8C9F-2CA4-F2E5430371B0}"/>
              </a:ext>
            </a:extLst>
          </p:cNvPr>
          <p:cNvSpPr>
            <a:spLocks noGrp="1"/>
          </p:cNvSpPr>
          <p:nvPr>
            <p:ph type="pic" sz="quarter" idx="10"/>
          </p:nvPr>
        </p:nvSpPr>
        <p:spPr>
          <a:xfrm>
            <a:off x="4099828" y="940923"/>
            <a:ext cx="4262558" cy="4981717"/>
          </a:xfrm>
          <a:prstGeom prst="rect">
            <a:avLst/>
          </a:prstGeom>
          <a:solidFill>
            <a:schemeClr val="accent3"/>
          </a:solidFill>
        </p:spPr>
        <p:txBody>
          <a:bodyPr/>
          <a:lstStyle/>
          <a:p>
            <a:endParaRPr lang="en-US"/>
          </a:p>
        </p:txBody>
      </p:sp>
      <p:pic>
        <p:nvPicPr>
          <p:cNvPr id="10" name="Picture 9">
            <a:extLst>
              <a:ext uri="{FF2B5EF4-FFF2-40B4-BE49-F238E27FC236}">
                <a16:creationId xmlns:a16="http://schemas.microsoft.com/office/drawing/2014/main" id="{39A72E52-9ED1-1CAA-A91E-86B79D59402E}"/>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90320" y="5730996"/>
            <a:ext cx="1821852" cy="1065296"/>
          </a:xfrm>
          <a:prstGeom prst="rect">
            <a:avLst/>
          </a:prstGeom>
        </p:spPr>
      </p:pic>
      <p:sp>
        <p:nvSpPr>
          <p:cNvPr id="19" name="Title Placeholder 1">
            <a:extLst>
              <a:ext uri="{FF2B5EF4-FFF2-40B4-BE49-F238E27FC236}">
                <a16:creationId xmlns:a16="http://schemas.microsoft.com/office/drawing/2014/main" id="{9E2C3EC9-A00F-4A6D-6EF6-D0D4E9C389FC}"/>
              </a:ext>
            </a:extLst>
          </p:cNvPr>
          <p:cNvSpPr>
            <a:spLocks noGrp="1"/>
          </p:cNvSpPr>
          <p:nvPr>
            <p:ph type="title" hasCustomPrompt="1"/>
          </p:nvPr>
        </p:nvSpPr>
        <p:spPr>
          <a:xfrm>
            <a:off x="235320" y="933626"/>
            <a:ext cx="3707161" cy="574781"/>
          </a:xfrm>
          <a:prstGeom prst="rect">
            <a:avLst/>
          </a:prstGeom>
        </p:spPr>
        <p:txBody>
          <a:bodyPr vert="horz" wrap="square" lIns="0" tIns="0" rIns="0" bIns="0" rtlCol="0" anchor="t" anchorCtr="0">
            <a:noAutofit/>
          </a:bodyPr>
          <a:lstStyle>
            <a:lvl1pPr>
              <a:lnSpc>
                <a:spcPct val="100000"/>
              </a:lnSpc>
              <a:defRPr>
                <a:solidFill>
                  <a:schemeClr val="bg1"/>
                </a:solidFill>
              </a:defRPr>
            </a:lvl1pPr>
          </a:lstStyle>
          <a:p>
            <a:r>
              <a:rPr lang="en-GB"/>
              <a:t>Cover title here</a:t>
            </a:r>
            <a:endParaRPr lang="en-US"/>
          </a:p>
        </p:txBody>
      </p:sp>
      <p:sp>
        <p:nvSpPr>
          <p:cNvPr id="21" name="Slide Number Placeholder 5">
            <a:extLst>
              <a:ext uri="{FF2B5EF4-FFF2-40B4-BE49-F238E27FC236}">
                <a16:creationId xmlns:a16="http://schemas.microsoft.com/office/drawing/2014/main" id="{1173BC59-F725-F71C-E72C-C4482141EBD2}"/>
              </a:ext>
            </a:extLst>
          </p:cNvPr>
          <p:cNvSpPr>
            <a:spLocks noGrp="1"/>
          </p:cNvSpPr>
          <p:nvPr>
            <p:ph type="sldNum" sz="quarter" idx="4"/>
          </p:nvPr>
        </p:nvSpPr>
        <p:spPr>
          <a:xfrm>
            <a:off x="8468805" y="316137"/>
            <a:ext cx="443114" cy="129827"/>
          </a:xfrm>
          <a:prstGeom prst="rect">
            <a:avLst/>
          </a:prstGeom>
        </p:spPr>
        <p:txBody>
          <a:bodyPr vert="horz" lIns="0" tIns="0" rIns="0" bIns="0" rtlCol="0" anchor="t" anchorCtr="0">
            <a:noAutofit/>
          </a:bodyPr>
          <a:lstStyle>
            <a:lvl1pPr algn="r">
              <a:lnSpc>
                <a:spcPct val="100000"/>
              </a:lnSpc>
              <a:defRPr sz="548" baseline="0">
                <a:solidFill>
                  <a:schemeClr val="bg1"/>
                </a:solidFill>
                <a:latin typeface="Poppins" pitchFamily="2" charset="77"/>
              </a:defRPr>
            </a:lvl1pPr>
          </a:lstStyle>
          <a:p>
            <a:fld id="{505A8754-982B-6E4C-8D66-EA42001D7A8A}" type="slidenum">
              <a:rPr lang="en-US" smtClean="0"/>
              <a:pPr/>
              <a:t>‹#›</a:t>
            </a:fld>
            <a:endParaRPr lang="en-US"/>
          </a:p>
        </p:txBody>
      </p:sp>
      <p:sp>
        <p:nvSpPr>
          <p:cNvPr id="22" name="Text Placeholder 3">
            <a:extLst>
              <a:ext uri="{FF2B5EF4-FFF2-40B4-BE49-F238E27FC236}">
                <a16:creationId xmlns:a16="http://schemas.microsoft.com/office/drawing/2014/main" id="{F2566792-91A2-F4DD-E9EE-C3118D94BAD4}"/>
              </a:ext>
            </a:extLst>
          </p:cNvPr>
          <p:cNvSpPr>
            <a:spLocks noGrp="1"/>
          </p:cNvSpPr>
          <p:nvPr>
            <p:ph type="body" sz="half" idx="15"/>
          </p:nvPr>
        </p:nvSpPr>
        <p:spPr>
          <a:xfrm>
            <a:off x="236162" y="1572027"/>
            <a:ext cx="3706318" cy="256399"/>
          </a:xfrm>
        </p:spPr>
        <p:txBody>
          <a:bodyPr>
            <a:noAutofit/>
          </a:bodyPr>
          <a:lstStyle>
            <a:lvl1pPr marL="0" indent="0">
              <a:lnSpc>
                <a:spcPct val="100000"/>
              </a:lnSpc>
              <a:buNone/>
              <a:defRPr sz="1191">
                <a:solidFill>
                  <a:schemeClr val="bg1"/>
                </a:solidFill>
              </a:defRPr>
            </a:lvl1pPr>
            <a:lvl2pPr marL="340303" indent="0">
              <a:buNone/>
              <a:defRPr sz="1042"/>
            </a:lvl2pPr>
            <a:lvl3pPr marL="680607" indent="0">
              <a:buNone/>
              <a:defRPr sz="893"/>
            </a:lvl3pPr>
            <a:lvl4pPr marL="1020909" indent="0">
              <a:buNone/>
              <a:defRPr sz="744"/>
            </a:lvl4pPr>
            <a:lvl5pPr marL="1361213" indent="0">
              <a:buNone/>
              <a:defRPr sz="744"/>
            </a:lvl5pPr>
            <a:lvl6pPr marL="1701516" indent="0">
              <a:buNone/>
              <a:defRPr sz="744"/>
            </a:lvl6pPr>
            <a:lvl7pPr marL="2041819" indent="0">
              <a:buNone/>
              <a:defRPr sz="744"/>
            </a:lvl7pPr>
            <a:lvl8pPr marL="2382122" indent="0">
              <a:buNone/>
              <a:defRPr sz="744"/>
            </a:lvl8pPr>
            <a:lvl9pPr marL="2722425" indent="0">
              <a:buNone/>
              <a:defRPr sz="744"/>
            </a:lvl9pPr>
          </a:lstStyle>
          <a:p>
            <a:pPr lvl="0"/>
            <a:r>
              <a:rPr lang="en-GB"/>
              <a:t>Click to edit Master text styles</a:t>
            </a:r>
          </a:p>
        </p:txBody>
      </p:sp>
    </p:spTree>
    <p:extLst>
      <p:ext uri="{BB962C8B-B14F-4D97-AF65-F5344CB8AC3E}">
        <p14:creationId xmlns:p14="http://schemas.microsoft.com/office/powerpoint/2010/main" val="3456944050"/>
      </p:ext>
    </p:extLst>
  </p:cSld>
  <p:clrMapOvr>
    <a:masterClrMapping/>
  </p:clrMapOvr>
  <p:extLst>
    <p:ext uri="{DCECCB84-F9BA-43D5-87BE-67443E8EF086}">
      <p15:sldGuideLst xmlns:p15="http://schemas.microsoft.com/office/powerpoint/2012/main">
        <p15:guide id="1" orient="horz" pos="2639">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tags" Target="../tags/tag9.xml"/><Relationship Id="rId18" Type="http://schemas.openxmlformats.org/officeDocument/2006/relationships/tags" Target="../tags/tag14.xml"/><Relationship Id="rId26" Type="http://schemas.openxmlformats.org/officeDocument/2006/relationships/tags" Target="../tags/tag22.xml"/><Relationship Id="rId21" Type="http://schemas.openxmlformats.org/officeDocument/2006/relationships/tags" Target="../tags/tag17.xml"/><Relationship Id="rId34" Type="http://schemas.openxmlformats.org/officeDocument/2006/relationships/tags" Target="../tags/tag30.xml"/><Relationship Id="rId7" Type="http://schemas.openxmlformats.org/officeDocument/2006/relationships/tags" Target="../tags/tag3.xml"/><Relationship Id="rId12" Type="http://schemas.openxmlformats.org/officeDocument/2006/relationships/tags" Target="../tags/tag8.xml"/><Relationship Id="rId17" Type="http://schemas.openxmlformats.org/officeDocument/2006/relationships/tags" Target="../tags/tag13.xml"/><Relationship Id="rId25" Type="http://schemas.openxmlformats.org/officeDocument/2006/relationships/tags" Target="../tags/tag21.xml"/><Relationship Id="rId33" Type="http://schemas.openxmlformats.org/officeDocument/2006/relationships/tags" Target="../tags/tag29.xml"/><Relationship Id="rId2" Type="http://schemas.openxmlformats.org/officeDocument/2006/relationships/slideLayout" Target="../slideLayouts/slideLayout2.xml"/><Relationship Id="rId16" Type="http://schemas.openxmlformats.org/officeDocument/2006/relationships/tags" Target="../tags/tag12.xml"/><Relationship Id="rId20" Type="http://schemas.openxmlformats.org/officeDocument/2006/relationships/tags" Target="../tags/tag16.xml"/><Relationship Id="rId29" Type="http://schemas.openxmlformats.org/officeDocument/2006/relationships/tags" Target="../tags/tag25.xml"/><Relationship Id="rId1" Type="http://schemas.openxmlformats.org/officeDocument/2006/relationships/slideLayout" Target="../slideLayouts/slideLayout1.xml"/><Relationship Id="rId6" Type="http://schemas.openxmlformats.org/officeDocument/2006/relationships/tags" Target="../tags/tag2.xml"/><Relationship Id="rId11" Type="http://schemas.openxmlformats.org/officeDocument/2006/relationships/tags" Target="../tags/tag7.xml"/><Relationship Id="rId24" Type="http://schemas.openxmlformats.org/officeDocument/2006/relationships/tags" Target="../tags/tag20.xml"/><Relationship Id="rId32" Type="http://schemas.openxmlformats.org/officeDocument/2006/relationships/tags" Target="../tags/tag28.xml"/><Relationship Id="rId37" Type="http://schemas.openxmlformats.org/officeDocument/2006/relationships/image" Target="../media/image2.png"/><Relationship Id="rId5" Type="http://schemas.openxmlformats.org/officeDocument/2006/relationships/theme" Target="../theme/theme1.xml"/><Relationship Id="rId15" Type="http://schemas.openxmlformats.org/officeDocument/2006/relationships/tags" Target="../tags/tag11.xml"/><Relationship Id="rId23" Type="http://schemas.openxmlformats.org/officeDocument/2006/relationships/tags" Target="../tags/tag19.xml"/><Relationship Id="rId28" Type="http://schemas.openxmlformats.org/officeDocument/2006/relationships/tags" Target="../tags/tag24.xml"/><Relationship Id="rId36" Type="http://schemas.openxmlformats.org/officeDocument/2006/relationships/image" Target="../media/image1.emf"/><Relationship Id="rId10" Type="http://schemas.openxmlformats.org/officeDocument/2006/relationships/tags" Target="../tags/tag6.xml"/><Relationship Id="rId19" Type="http://schemas.openxmlformats.org/officeDocument/2006/relationships/tags" Target="../tags/tag15.xml"/><Relationship Id="rId31" Type="http://schemas.openxmlformats.org/officeDocument/2006/relationships/tags" Target="../tags/tag27.xml"/><Relationship Id="rId4" Type="http://schemas.openxmlformats.org/officeDocument/2006/relationships/slideLayout" Target="../slideLayouts/slideLayout4.xml"/><Relationship Id="rId9" Type="http://schemas.openxmlformats.org/officeDocument/2006/relationships/tags" Target="../tags/tag5.xml"/><Relationship Id="rId14" Type="http://schemas.openxmlformats.org/officeDocument/2006/relationships/tags" Target="../tags/tag10.xml"/><Relationship Id="rId22" Type="http://schemas.openxmlformats.org/officeDocument/2006/relationships/tags" Target="../tags/tag18.xml"/><Relationship Id="rId27" Type="http://schemas.openxmlformats.org/officeDocument/2006/relationships/tags" Target="../tags/tag23.xml"/><Relationship Id="rId30" Type="http://schemas.openxmlformats.org/officeDocument/2006/relationships/tags" Target="../tags/tag26.xml"/><Relationship Id="rId35" Type="http://schemas.openxmlformats.org/officeDocument/2006/relationships/oleObject" Target="../embeddings/oleObject1.bin"/><Relationship Id="rId8" Type="http://schemas.openxmlformats.org/officeDocument/2006/relationships/tags" Target="../tags/tag4.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6"/>
            </p:custDataLst>
            <p:extLst>
              <p:ext uri="{D42A27DB-BD31-4B8C-83A1-F6EECF244321}">
                <p14:modId xmlns:p14="http://schemas.microsoft.com/office/powerpoint/2010/main" val="3745427183"/>
              </p:ext>
            </p:extLst>
          </p:nvPr>
        </p:nvGraphicFramePr>
        <p:xfrm>
          <a:off x="0" y="13"/>
          <a:ext cx="161984" cy="161975"/>
        </p:xfrm>
        <a:graphic>
          <a:graphicData uri="http://schemas.openxmlformats.org/presentationml/2006/ole">
            <mc:AlternateContent xmlns:mc="http://schemas.openxmlformats.org/markup-compatibility/2006">
              <mc:Choice xmlns:v="urn:schemas-microsoft-com:vml" Requires="v">
                <p:oleObj name="Diapositive think-cell" r:id="rId35" imgW="270" imgH="270" progId="TCLayout.ActiveDocument.1">
                  <p:embed/>
                </p:oleObj>
              </mc:Choice>
              <mc:Fallback>
                <p:oleObj name="Diapositive think-cell" r:id="rId35" imgW="270" imgH="270" progId="TCLayout.ActiveDocument.1">
                  <p:embed/>
                  <p:pic>
                    <p:nvPicPr>
                      <p:cNvPr id="2" name="Object 1" hidden="1"/>
                      <p:cNvPicPr/>
                      <p:nvPr/>
                    </p:nvPicPr>
                    <p:blipFill>
                      <a:blip r:embed="rId36"/>
                      <a:stretch>
                        <a:fillRect/>
                      </a:stretch>
                    </p:blipFill>
                    <p:spPr>
                      <a:xfrm>
                        <a:off x="0" y="13"/>
                        <a:ext cx="161984" cy="161975"/>
                      </a:xfrm>
                      <a:prstGeom prst="rect">
                        <a:avLst/>
                      </a:prstGeom>
                    </p:spPr>
                  </p:pic>
                </p:oleObj>
              </mc:Fallback>
            </mc:AlternateContent>
          </a:graphicData>
        </a:graphic>
      </p:graphicFrame>
      <p:sp>
        <p:nvSpPr>
          <p:cNvPr id="6" name="Rectangle 5" hidden="1"/>
          <p:cNvSpPr/>
          <p:nvPr>
            <p:custDataLst>
              <p:tags r:id="rId7"/>
            </p:custDataLst>
          </p:nvPr>
        </p:nvSpPr>
        <p:spPr bwMode="auto">
          <a:xfrm>
            <a:off x="0" y="13"/>
            <a:ext cx="161984" cy="161975"/>
          </a:xfrm>
          <a:prstGeom prst="rect">
            <a:avLst/>
          </a:prstGeom>
          <a:solidFill>
            <a:schemeClr val="bg2"/>
          </a:solidFill>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buClrTx/>
            </a:pPr>
            <a:endParaRPr lang="en-US" sz="1765" dirty="0">
              <a:solidFill>
                <a:srgbClr val="000000"/>
              </a:solidFill>
              <a:sym typeface="Arial" panose="020B0604020202020204" pitchFamily="34" charset="0"/>
            </a:endParaRPr>
          </a:p>
        </p:txBody>
      </p:sp>
      <p:sp>
        <p:nvSpPr>
          <p:cNvPr id="1034" name="Working Draft" hidden="1"/>
          <p:cNvSpPr txBox="1">
            <a:spLocks noChangeArrowheads="1"/>
          </p:cNvSpPr>
          <p:nvPr/>
        </p:nvSpPr>
        <p:spPr bwMode="auto">
          <a:xfrm rot="5400000">
            <a:off x="8228750" y="1986403"/>
            <a:ext cx="1687963" cy="814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lgn="l" eaLnBrk="1" hangingPunct="1">
              <a:buClrTx/>
              <a:defRPr/>
            </a:pPr>
            <a:r>
              <a:rPr lang="en-GB" sz="529" dirty="0">
                <a:solidFill>
                  <a:srgbClr val="808080"/>
                </a:solidFill>
                <a:latin typeface="Arial"/>
              </a:rPr>
              <a:t>Last Modified 18/01/2019 23:40 Arabian Standard Time</a:t>
            </a:r>
            <a:endParaRPr lang="en-US" sz="1412" dirty="0">
              <a:solidFill>
                <a:srgbClr val="808080"/>
              </a:solidFill>
              <a:latin typeface="Arial"/>
            </a:endParaRPr>
          </a:p>
        </p:txBody>
      </p:sp>
      <p:sp>
        <p:nvSpPr>
          <p:cNvPr id="1035" name="Printed" hidden="1"/>
          <p:cNvSpPr txBox="1">
            <a:spLocks noChangeArrowheads="1"/>
          </p:cNvSpPr>
          <p:nvPr/>
        </p:nvSpPr>
        <p:spPr bwMode="auto">
          <a:xfrm rot="5400000">
            <a:off x="8964523" y="4204387"/>
            <a:ext cx="216406" cy="814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lgn="l" eaLnBrk="1" hangingPunct="1">
              <a:buClrTx/>
              <a:defRPr/>
            </a:pPr>
            <a:r>
              <a:rPr lang="en-US" sz="529" dirty="0">
                <a:solidFill>
                  <a:srgbClr val="808080"/>
                </a:solidFill>
                <a:latin typeface="Arial"/>
              </a:rPr>
              <a:t>Printed</a:t>
            </a:r>
            <a:endParaRPr lang="en-US" sz="1412" dirty="0">
              <a:solidFill>
                <a:srgbClr val="808080"/>
              </a:solidFill>
              <a:latin typeface="Arial"/>
            </a:endParaRPr>
          </a:p>
        </p:txBody>
      </p:sp>
      <p:sp>
        <p:nvSpPr>
          <p:cNvPr id="64" name="1. On-page tracker" hidden="1">
            <a:extLst>
              <a:ext uri="{FF2B5EF4-FFF2-40B4-BE49-F238E27FC236}">
                <a16:creationId xmlns:a16="http://schemas.microsoft.com/office/drawing/2014/main" id="{C8E6BAE1-1ACB-4851-BC13-8EFC7640B655}"/>
              </a:ext>
            </a:extLst>
          </p:cNvPr>
          <p:cNvSpPr>
            <a:spLocks noChangeArrowheads="1"/>
          </p:cNvSpPr>
          <p:nvPr userDrawn="1"/>
        </p:nvSpPr>
        <p:spPr bwMode="gray">
          <a:xfrm>
            <a:off x="174944" y="40267"/>
            <a:ext cx="434414" cy="108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gn="l">
              <a:buClrTx/>
            </a:pPr>
            <a:r>
              <a:rPr lang="en-US" sz="705" cap="all" dirty="0">
                <a:solidFill>
                  <a:srgbClr val="808080"/>
                </a:solidFill>
                <a:latin typeface="Arial"/>
              </a:rPr>
              <a:t>Tracker</a:t>
            </a:r>
          </a:p>
        </p:txBody>
      </p:sp>
      <p:sp>
        <p:nvSpPr>
          <p:cNvPr id="65" name="3. Unit of measure" hidden="1">
            <a:extLst>
              <a:ext uri="{FF2B5EF4-FFF2-40B4-BE49-F238E27FC236}">
                <a16:creationId xmlns:a16="http://schemas.microsoft.com/office/drawing/2014/main" id="{A26708E0-8EF2-4235-A0FA-8BE69BB3B63C}"/>
              </a:ext>
            </a:extLst>
          </p:cNvPr>
          <p:cNvSpPr txBox="1">
            <a:spLocks noChangeArrowheads="1"/>
          </p:cNvSpPr>
          <p:nvPr userDrawn="1"/>
        </p:nvSpPr>
        <p:spPr bwMode="gray">
          <a:xfrm>
            <a:off x="174946" y="533927"/>
            <a:ext cx="8794115" cy="217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defRPr sz="2400">
                <a:solidFill>
                  <a:schemeClr val="tx1"/>
                </a:solidFill>
                <a:latin typeface="Arial" charset="0"/>
              </a:defRPr>
            </a:lvl1pPr>
            <a:lvl2pPr marL="447675" defTabSz="895350">
              <a:defRPr sz="2400">
                <a:solidFill>
                  <a:schemeClr val="tx1"/>
                </a:solidFill>
                <a:latin typeface="Arial" charset="0"/>
              </a:defRPr>
            </a:lvl2pPr>
            <a:lvl3pPr marL="895350" defTabSz="895350">
              <a:defRPr sz="2400">
                <a:solidFill>
                  <a:schemeClr val="tx1"/>
                </a:solidFill>
                <a:latin typeface="Arial" charset="0"/>
              </a:defRPr>
            </a:lvl3pPr>
            <a:lvl4pPr marL="1344613"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algn="l">
              <a:buClrTx/>
              <a:defRPr/>
            </a:pPr>
            <a:r>
              <a:rPr lang="en-US" sz="1412" dirty="0">
                <a:solidFill>
                  <a:srgbClr val="808080"/>
                </a:solidFill>
                <a:latin typeface="Arial"/>
              </a:rPr>
              <a:t>Subtitle</a:t>
            </a:r>
          </a:p>
        </p:txBody>
      </p:sp>
      <p:sp>
        <p:nvSpPr>
          <p:cNvPr id="67" name="4. Footnote" hidden="1">
            <a:extLst>
              <a:ext uri="{FF2B5EF4-FFF2-40B4-BE49-F238E27FC236}">
                <a16:creationId xmlns:a16="http://schemas.microsoft.com/office/drawing/2014/main" id="{1A11D768-2B06-4AC2-84A4-3B902D25F74F}"/>
              </a:ext>
            </a:extLst>
          </p:cNvPr>
          <p:cNvSpPr txBox="1">
            <a:spLocks noChangeArrowheads="1"/>
          </p:cNvSpPr>
          <p:nvPr/>
        </p:nvSpPr>
        <p:spPr bwMode="auto">
          <a:xfrm>
            <a:off x="174950" y="6497235"/>
            <a:ext cx="7721433" cy="109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noAutofit/>
          </a:bodyPr>
          <a:lstStyle>
            <a:lvl1pPr marL="104775" indent="-104775" defTabSz="895350">
              <a:defRPr sz="2400">
                <a:solidFill>
                  <a:schemeClr val="tx1"/>
                </a:solidFill>
                <a:latin typeface="Arial" charset="0"/>
              </a:defRPr>
            </a:lvl1pPr>
            <a:lvl2pPr marL="1031875" defTabSz="895350">
              <a:defRPr sz="2400">
                <a:solidFill>
                  <a:schemeClr val="tx1"/>
                </a:solidFill>
                <a:latin typeface="Arial" charset="0"/>
              </a:defRPr>
            </a:lvl2pPr>
            <a:lvl3pPr marL="1217613" defTabSz="895350">
              <a:defRPr sz="2400">
                <a:solidFill>
                  <a:schemeClr val="tx1"/>
                </a:solidFill>
                <a:latin typeface="Arial" charset="0"/>
              </a:defRPr>
            </a:lvl3pPr>
            <a:lvl4pPr marL="1404938"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marL="78437" indent="-78437" algn="l">
              <a:buClrTx/>
              <a:defRPr/>
            </a:pPr>
            <a:r>
              <a:rPr lang="en-US" sz="705" dirty="0">
                <a:solidFill>
                  <a:srgbClr val="808080"/>
                </a:solidFill>
                <a:latin typeface="Arial"/>
              </a:rPr>
              <a:t>1 Footnote</a:t>
            </a:r>
          </a:p>
        </p:txBody>
      </p:sp>
      <p:sp>
        <p:nvSpPr>
          <p:cNvPr id="68" name="5. Source" hidden="1">
            <a:extLst>
              <a:ext uri="{FF2B5EF4-FFF2-40B4-BE49-F238E27FC236}">
                <a16:creationId xmlns:a16="http://schemas.microsoft.com/office/drawing/2014/main" id="{F0709AFC-9756-4567-B119-1996FF2B5F69}"/>
              </a:ext>
            </a:extLst>
          </p:cNvPr>
          <p:cNvSpPr>
            <a:spLocks noChangeArrowheads="1"/>
          </p:cNvSpPr>
          <p:nvPr/>
        </p:nvSpPr>
        <p:spPr bwMode="auto">
          <a:xfrm>
            <a:off x="174950" y="6648531"/>
            <a:ext cx="7721433" cy="109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noAutofit/>
          </a:bodyPr>
          <a:lstStyle/>
          <a:p>
            <a:pPr marL="336162" indent="-336162" algn="l" defTabSz="789980">
              <a:buClrTx/>
              <a:tabLst>
                <a:tab pos="336162" algn="l"/>
              </a:tabLst>
            </a:pPr>
            <a:r>
              <a:rPr lang="en-US" sz="705" dirty="0">
                <a:solidFill>
                  <a:srgbClr val="808080"/>
                </a:solidFill>
                <a:latin typeface="Arial"/>
              </a:rPr>
              <a:t>Source: Source</a:t>
            </a:r>
          </a:p>
        </p:txBody>
      </p:sp>
      <p:grpSp>
        <p:nvGrpSpPr>
          <p:cNvPr id="69" name="ACET" hidden="1">
            <a:extLst>
              <a:ext uri="{FF2B5EF4-FFF2-40B4-BE49-F238E27FC236}">
                <a16:creationId xmlns:a16="http://schemas.microsoft.com/office/drawing/2014/main" id="{7E6A62C2-379C-4ADC-82C0-30B9556848F6}"/>
              </a:ext>
            </a:extLst>
          </p:cNvPr>
          <p:cNvGrpSpPr>
            <a:grpSpLocks/>
          </p:cNvGrpSpPr>
          <p:nvPr userDrawn="1"/>
        </p:nvGrpSpPr>
        <p:grpSpPr bwMode="auto">
          <a:xfrm>
            <a:off x="1320514" y="1652921"/>
            <a:ext cx="3876387" cy="448235"/>
            <a:chOff x="915" y="710"/>
            <a:chExt cx="2686" cy="320"/>
          </a:xfrm>
        </p:grpSpPr>
        <p:cxnSp>
          <p:nvCxnSpPr>
            <p:cNvPr id="70" name="AutoShape 249">
              <a:extLst>
                <a:ext uri="{FF2B5EF4-FFF2-40B4-BE49-F238E27FC236}">
                  <a16:creationId xmlns:a16="http://schemas.microsoft.com/office/drawing/2014/main" id="{3E210AE7-BF19-463F-94E6-31C964B7DC56}"/>
                </a:ext>
              </a:extLst>
            </p:cNvPr>
            <p:cNvCxnSpPr>
              <a:cxnSpLocks noChangeShapeType="1"/>
              <a:stCxn id="71" idx="4"/>
              <a:endCxn id="71" idx="6"/>
            </p:cNvCxnSpPr>
            <p:nvPr/>
          </p:nvCxnSpPr>
          <p:spPr bwMode="auto">
            <a:xfrm>
              <a:off x="915" y="1030"/>
              <a:ext cx="2686" cy="0"/>
            </a:xfrm>
            <a:prstGeom prst="straightConnector1">
              <a:avLst/>
            </a:prstGeom>
            <a:noFill/>
            <a:ln w="9525">
              <a:solidFill>
                <a:schemeClr val="accent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 name="AutoShape 250">
              <a:extLst>
                <a:ext uri="{FF2B5EF4-FFF2-40B4-BE49-F238E27FC236}">
                  <a16:creationId xmlns:a16="http://schemas.microsoft.com/office/drawing/2014/main" id="{EF5C6248-3B26-465A-831E-FC0289002FA5}"/>
                </a:ext>
              </a:extLst>
            </p:cNvPr>
            <p:cNvSpPr>
              <a:spLocks noChangeArrowheads="1"/>
            </p:cNvSpPr>
            <p:nvPr/>
          </p:nvSpPr>
          <p:spPr bwMode="auto">
            <a:xfrm>
              <a:off x="915" y="710"/>
              <a:ext cx="2686" cy="320"/>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18288" anchor="b">
              <a:noAutofit/>
            </a:bodyPr>
            <a:lstStyle/>
            <a:p>
              <a:pPr algn="l">
                <a:buClrTx/>
              </a:pPr>
              <a:r>
                <a:rPr lang="en-US" sz="1412" b="1" dirty="0">
                  <a:solidFill>
                    <a:srgbClr val="000000"/>
                  </a:solidFill>
                  <a:latin typeface="Arial"/>
                </a:rPr>
                <a:t>Title</a:t>
              </a:r>
            </a:p>
            <a:p>
              <a:pPr algn="l">
                <a:buClrTx/>
              </a:pPr>
              <a:r>
                <a:rPr lang="en-US" sz="1412" dirty="0">
                  <a:solidFill>
                    <a:srgbClr val="808080"/>
                  </a:solidFill>
                  <a:latin typeface="Arial"/>
                </a:rPr>
                <a:t>Unit of measure</a:t>
              </a:r>
            </a:p>
          </p:txBody>
        </p:sp>
      </p:grpSp>
      <p:grpSp>
        <p:nvGrpSpPr>
          <p:cNvPr id="72" name="Sticker" hidden="1">
            <a:extLst>
              <a:ext uri="{FF2B5EF4-FFF2-40B4-BE49-F238E27FC236}">
                <a16:creationId xmlns:a16="http://schemas.microsoft.com/office/drawing/2014/main" id="{9552BC30-8810-4B19-AE33-07AC02CA453F}"/>
              </a:ext>
            </a:extLst>
          </p:cNvPr>
          <p:cNvGrpSpPr/>
          <p:nvPr userDrawn="1"/>
        </p:nvGrpSpPr>
        <p:grpSpPr bwMode="auto">
          <a:xfrm>
            <a:off x="8547027" y="239960"/>
            <a:ext cx="422039" cy="136191"/>
            <a:chOff x="8276533" y="285750"/>
            <a:chExt cx="464242" cy="154349"/>
          </a:xfrm>
        </p:grpSpPr>
        <p:sp>
          <p:nvSpPr>
            <p:cNvPr id="73" name="StickerRectangle">
              <a:extLst>
                <a:ext uri="{FF2B5EF4-FFF2-40B4-BE49-F238E27FC236}">
                  <a16:creationId xmlns:a16="http://schemas.microsoft.com/office/drawing/2014/main" id="{7E5BAD30-7656-4C00-808C-1B85E39E595B}"/>
                </a:ext>
              </a:extLst>
            </p:cNvPr>
            <p:cNvSpPr>
              <a:spLocks noChangeArrowheads="1"/>
            </p:cNvSpPr>
            <p:nvPr/>
          </p:nvSpPr>
          <p:spPr bwMode="auto">
            <a:xfrm>
              <a:off x="8276533" y="285750"/>
              <a:ext cx="464242" cy="154349"/>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 tIns="0" rIns="0" bIns="27432">
              <a:spAutoFit/>
            </a:bodyPr>
            <a:lstStyle/>
            <a:p>
              <a:pPr algn="r" defTabSz="789980">
                <a:buClr>
                  <a:srgbClr val="002960"/>
                </a:buClr>
              </a:pPr>
              <a:r>
                <a:rPr lang="en-US" sz="705" dirty="0">
                  <a:solidFill>
                    <a:srgbClr val="808080"/>
                  </a:solidFill>
                  <a:latin typeface="Arial"/>
                </a:rPr>
                <a:t>STICKER</a:t>
              </a:r>
            </a:p>
          </p:txBody>
        </p:sp>
        <p:cxnSp>
          <p:nvCxnSpPr>
            <p:cNvPr id="74" name="AutoShape 31">
              <a:extLst>
                <a:ext uri="{FF2B5EF4-FFF2-40B4-BE49-F238E27FC236}">
                  <a16:creationId xmlns:a16="http://schemas.microsoft.com/office/drawing/2014/main" id="{1FD0CF60-84FA-42D4-85E7-583FCD2772AB}"/>
                </a:ext>
              </a:extLst>
            </p:cNvPr>
            <p:cNvCxnSpPr>
              <a:cxnSpLocks noChangeShapeType="1"/>
              <a:stCxn id="73" idx="2"/>
              <a:endCxn id="73" idx="4"/>
            </p:cNvCxnSpPr>
            <p:nvPr/>
          </p:nvCxnSpPr>
          <p:spPr bwMode="auto">
            <a:xfrm>
              <a:off x="8276533" y="285750"/>
              <a:ext cx="0" cy="154349"/>
            </a:xfrm>
            <a:prstGeom prst="straightConnector1">
              <a:avLst/>
            </a:prstGeom>
            <a:noFill/>
            <a:ln w="9525">
              <a:solidFill>
                <a:schemeClr val="accent6"/>
              </a:solidFill>
              <a:round/>
              <a:headEnd/>
              <a:tailEnd/>
            </a:ln>
            <a:extLst>
              <a:ext uri="{909E8E84-426E-40DD-AFC4-6F175D3DCCD1}">
                <a14:hiddenFill xmlns:a14="http://schemas.microsoft.com/office/drawing/2010/main">
                  <a:noFill/>
                </a14:hiddenFill>
              </a:ext>
            </a:extLst>
          </p:spPr>
        </p:cxnSp>
        <p:cxnSp>
          <p:nvCxnSpPr>
            <p:cNvPr id="75" name="AutoShape 32">
              <a:extLst>
                <a:ext uri="{FF2B5EF4-FFF2-40B4-BE49-F238E27FC236}">
                  <a16:creationId xmlns:a16="http://schemas.microsoft.com/office/drawing/2014/main" id="{FFB95E0A-231F-4299-AEDB-F99D64DD5DEE}"/>
                </a:ext>
              </a:extLst>
            </p:cNvPr>
            <p:cNvCxnSpPr>
              <a:cxnSpLocks noChangeShapeType="1"/>
              <a:stCxn id="73" idx="4"/>
              <a:endCxn id="73" idx="6"/>
            </p:cNvCxnSpPr>
            <p:nvPr/>
          </p:nvCxnSpPr>
          <p:spPr bwMode="auto">
            <a:xfrm>
              <a:off x="8276533" y="440099"/>
              <a:ext cx="464242" cy="0"/>
            </a:xfrm>
            <a:prstGeom prst="straightConnector1">
              <a:avLst/>
            </a:prstGeom>
            <a:noFill/>
            <a:ln w="25400">
              <a:solidFill>
                <a:schemeClr val="accent6"/>
              </a:solidFill>
              <a:round/>
              <a:headEnd/>
              <a:tailEnd/>
            </a:ln>
            <a:extLst>
              <a:ext uri="{909E8E84-426E-40DD-AFC4-6F175D3DCCD1}">
                <a14:hiddenFill xmlns:a14="http://schemas.microsoft.com/office/drawing/2010/main">
                  <a:noFill/>
                </a14:hiddenFill>
              </a:ext>
            </a:extLst>
          </p:spPr>
        </p:cxnSp>
      </p:grpSp>
      <p:grpSp>
        <p:nvGrpSpPr>
          <p:cNvPr id="76" name="LegendLines" hidden="1">
            <a:extLst>
              <a:ext uri="{FF2B5EF4-FFF2-40B4-BE49-F238E27FC236}">
                <a16:creationId xmlns:a16="http://schemas.microsoft.com/office/drawing/2014/main" id="{77E8E7D4-3282-4561-A28F-E255C6F58627}"/>
              </a:ext>
            </a:extLst>
          </p:cNvPr>
          <p:cNvGrpSpPr/>
          <p:nvPr userDrawn="1"/>
        </p:nvGrpSpPr>
        <p:grpSpPr bwMode="auto">
          <a:xfrm>
            <a:off x="7994760" y="239961"/>
            <a:ext cx="962936" cy="644977"/>
            <a:chOff x="7607284" y="279400"/>
            <a:chExt cx="1059227" cy="730972"/>
          </a:xfrm>
        </p:grpSpPr>
        <p:sp>
          <p:nvSpPr>
            <p:cNvPr id="77" name="LineLegend1">
              <a:extLst>
                <a:ext uri="{FF2B5EF4-FFF2-40B4-BE49-F238E27FC236}">
                  <a16:creationId xmlns:a16="http://schemas.microsoft.com/office/drawing/2014/main" id="{9AEB8548-1A44-4CF5-8473-014C2B9C78A0}"/>
                </a:ext>
              </a:extLst>
            </p:cNvPr>
            <p:cNvSpPr>
              <a:spLocks noChangeShapeType="1"/>
            </p:cNvSpPr>
            <p:nvPr/>
          </p:nvSpPr>
          <p:spPr bwMode="auto">
            <a:xfrm>
              <a:off x="7607284" y="387122"/>
              <a:ext cx="457200" cy="0"/>
            </a:xfrm>
            <a:prstGeom prst="line">
              <a:avLst/>
            </a:prstGeom>
            <a:noFill/>
            <a:ln w="28575">
              <a:solidFill>
                <a:schemeClr val="accent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buClrTx/>
              </a:pPr>
              <a:endParaRPr lang="en-US" sz="1060" dirty="0">
                <a:solidFill>
                  <a:srgbClr val="000000"/>
                </a:solidFill>
                <a:latin typeface="Arial"/>
              </a:endParaRPr>
            </a:p>
          </p:txBody>
        </p:sp>
        <p:sp>
          <p:nvSpPr>
            <p:cNvPr id="78" name="LineLegend2">
              <a:extLst>
                <a:ext uri="{FF2B5EF4-FFF2-40B4-BE49-F238E27FC236}">
                  <a16:creationId xmlns:a16="http://schemas.microsoft.com/office/drawing/2014/main" id="{80688407-B471-4709-B67B-9EB8ABA845A4}"/>
                </a:ext>
              </a:extLst>
            </p:cNvPr>
            <p:cNvSpPr>
              <a:spLocks noChangeShapeType="1"/>
            </p:cNvSpPr>
            <p:nvPr/>
          </p:nvSpPr>
          <p:spPr bwMode="auto">
            <a:xfrm>
              <a:off x="7607284" y="653822"/>
              <a:ext cx="457200" cy="0"/>
            </a:xfrm>
            <a:prstGeom prst="line">
              <a:avLst/>
            </a:prstGeom>
            <a:noFill/>
            <a:ln w="28575">
              <a:solidFill>
                <a:schemeClr val="accent3"/>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buClrTx/>
              </a:pPr>
              <a:endParaRPr lang="en-US" sz="1060" dirty="0">
                <a:solidFill>
                  <a:srgbClr val="000000"/>
                </a:solidFill>
                <a:latin typeface="Arial"/>
              </a:endParaRPr>
            </a:p>
          </p:txBody>
        </p:sp>
        <p:sp>
          <p:nvSpPr>
            <p:cNvPr id="79" name="LineLegend3">
              <a:extLst>
                <a:ext uri="{FF2B5EF4-FFF2-40B4-BE49-F238E27FC236}">
                  <a16:creationId xmlns:a16="http://schemas.microsoft.com/office/drawing/2014/main" id="{4944804A-F296-4905-9FCA-A2E6C3FAAF84}"/>
                </a:ext>
              </a:extLst>
            </p:cNvPr>
            <p:cNvSpPr>
              <a:spLocks noChangeShapeType="1"/>
            </p:cNvSpPr>
            <p:nvPr/>
          </p:nvSpPr>
          <p:spPr bwMode="auto">
            <a:xfrm>
              <a:off x="7607284" y="933223"/>
              <a:ext cx="457200" cy="0"/>
            </a:xfrm>
            <a:prstGeom prst="line">
              <a:avLst/>
            </a:prstGeom>
            <a:noFill/>
            <a:ln w="28575">
              <a:solidFill>
                <a:schemeClr val="accent3"/>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buClrTx/>
              </a:pPr>
              <a:endParaRPr lang="en-US" sz="1060" dirty="0">
                <a:solidFill>
                  <a:srgbClr val="000000"/>
                </a:solidFill>
                <a:latin typeface="Arial"/>
              </a:endParaRPr>
            </a:p>
          </p:txBody>
        </p:sp>
        <p:sp>
          <p:nvSpPr>
            <p:cNvPr id="80" name="Legend1">
              <a:extLst>
                <a:ext uri="{FF2B5EF4-FFF2-40B4-BE49-F238E27FC236}">
                  <a16:creationId xmlns:a16="http://schemas.microsoft.com/office/drawing/2014/main" id="{C42B45C1-A1E3-4F49-A3AF-954ED819A187}"/>
                </a:ext>
              </a:extLst>
            </p:cNvPr>
            <p:cNvSpPr>
              <a:spLocks noChangeArrowheads="1"/>
            </p:cNvSpPr>
            <p:nvPr>
              <p:custDataLst>
                <p:tags r:id="rId32"/>
              </p:custDataLst>
            </p:nvPr>
          </p:nvSpPr>
          <p:spPr bwMode="auto">
            <a:xfrm>
              <a:off x="8169259" y="279400"/>
              <a:ext cx="497250" cy="184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gn="l" defTabSz="789980">
                <a:buClr>
                  <a:srgbClr val="288E15"/>
                </a:buClr>
              </a:pPr>
              <a:r>
                <a:rPr lang="en-US" sz="1060" dirty="0">
                  <a:solidFill>
                    <a:srgbClr val="000000"/>
                  </a:solidFill>
                  <a:latin typeface="Arial"/>
                </a:rPr>
                <a:t>Legend</a:t>
              </a:r>
            </a:p>
          </p:txBody>
        </p:sp>
        <p:sp>
          <p:nvSpPr>
            <p:cNvPr id="81" name="Legend2">
              <a:extLst>
                <a:ext uri="{FF2B5EF4-FFF2-40B4-BE49-F238E27FC236}">
                  <a16:creationId xmlns:a16="http://schemas.microsoft.com/office/drawing/2014/main" id="{297C18E8-6250-41A6-92EB-64B93050D98A}"/>
                </a:ext>
              </a:extLst>
            </p:cNvPr>
            <p:cNvSpPr>
              <a:spLocks noChangeArrowheads="1"/>
            </p:cNvSpPr>
            <p:nvPr>
              <p:custDataLst>
                <p:tags r:id="rId33"/>
              </p:custDataLst>
            </p:nvPr>
          </p:nvSpPr>
          <p:spPr bwMode="auto">
            <a:xfrm>
              <a:off x="8169260" y="546100"/>
              <a:ext cx="497251" cy="184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gn="l" defTabSz="789980">
                <a:buClr>
                  <a:srgbClr val="288E15"/>
                </a:buClr>
              </a:pPr>
              <a:r>
                <a:rPr lang="en-US" sz="1060" dirty="0">
                  <a:solidFill>
                    <a:srgbClr val="000000"/>
                  </a:solidFill>
                  <a:latin typeface="Arial"/>
                </a:rPr>
                <a:t>Legend</a:t>
              </a:r>
            </a:p>
          </p:txBody>
        </p:sp>
        <p:sp>
          <p:nvSpPr>
            <p:cNvPr id="82" name="Legend3">
              <a:extLst>
                <a:ext uri="{FF2B5EF4-FFF2-40B4-BE49-F238E27FC236}">
                  <a16:creationId xmlns:a16="http://schemas.microsoft.com/office/drawing/2014/main" id="{BCEBC633-1324-4070-8000-AADB33B86B9A}"/>
                </a:ext>
              </a:extLst>
            </p:cNvPr>
            <p:cNvSpPr>
              <a:spLocks noChangeArrowheads="1"/>
            </p:cNvSpPr>
            <p:nvPr>
              <p:custDataLst>
                <p:tags r:id="rId34"/>
              </p:custDataLst>
            </p:nvPr>
          </p:nvSpPr>
          <p:spPr bwMode="auto">
            <a:xfrm>
              <a:off x="8169259" y="825501"/>
              <a:ext cx="497250" cy="184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gn="l" defTabSz="789980">
                <a:buClr>
                  <a:srgbClr val="288E15"/>
                </a:buClr>
              </a:pPr>
              <a:r>
                <a:rPr lang="en-US" sz="1060" dirty="0">
                  <a:solidFill>
                    <a:srgbClr val="000000"/>
                  </a:solidFill>
                  <a:latin typeface="Arial"/>
                </a:rPr>
                <a:t>Legend</a:t>
              </a:r>
            </a:p>
          </p:txBody>
        </p:sp>
      </p:grpSp>
      <p:grpSp>
        <p:nvGrpSpPr>
          <p:cNvPr id="83" name="LegendBoxes" hidden="1">
            <a:extLst>
              <a:ext uri="{FF2B5EF4-FFF2-40B4-BE49-F238E27FC236}">
                <a16:creationId xmlns:a16="http://schemas.microsoft.com/office/drawing/2014/main" id="{7D9D7CBE-3455-4FC3-B992-4A35879906A8}"/>
              </a:ext>
            </a:extLst>
          </p:cNvPr>
          <p:cNvGrpSpPr/>
          <p:nvPr userDrawn="1"/>
        </p:nvGrpSpPr>
        <p:grpSpPr bwMode="auto">
          <a:xfrm>
            <a:off x="8274727" y="239960"/>
            <a:ext cx="682956" cy="882964"/>
            <a:chOff x="5894005" y="919828"/>
            <a:chExt cx="751251" cy="1000692"/>
          </a:xfrm>
        </p:grpSpPr>
        <p:sp>
          <p:nvSpPr>
            <p:cNvPr id="84" name="RectangleLegend1">
              <a:extLst>
                <a:ext uri="{FF2B5EF4-FFF2-40B4-BE49-F238E27FC236}">
                  <a16:creationId xmlns:a16="http://schemas.microsoft.com/office/drawing/2014/main" id="{2C7AECD8-A6C8-4F11-9748-7EE8866169E9}"/>
                </a:ext>
              </a:extLst>
            </p:cNvPr>
            <p:cNvSpPr>
              <a:spLocks noChangeArrowheads="1"/>
            </p:cNvSpPr>
            <p:nvPr/>
          </p:nvSpPr>
          <p:spPr bwMode="auto">
            <a:xfrm>
              <a:off x="5894005" y="947381"/>
              <a:ext cx="165100" cy="160338"/>
            </a:xfrm>
            <a:prstGeom prst="rect">
              <a:avLst/>
            </a:prstGeom>
            <a:solidFill>
              <a:schemeClr val="accent1"/>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buClrTx/>
              </a:pPr>
              <a:endParaRPr lang="en-US" sz="1060" dirty="0">
                <a:solidFill>
                  <a:srgbClr val="000000"/>
                </a:solidFill>
                <a:latin typeface="Arial"/>
              </a:endParaRPr>
            </a:p>
          </p:txBody>
        </p:sp>
        <p:sp>
          <p:nvSpPr>
            <p:cNvPr id="85" name="RectangleLegend2">
              <a:extLst>
                <a:ext uri="{FF2B5EF4-FFF2-40B4-BE49-F238E27FC236}">
                  <a16:creationId xmlns:a16="http://schemas.microsoft.com/office/drawing/2014/main" id="{A9D46DF5-8B57-47C7-9E7F-41635C221EF2}"/>
                </a:ext>
              </a:extLst>
            </p:cNvPr>
            <p:cNvSpPr>
              <a:spLocks noChangeArrowheads="1"/>
            </p:cNvSpPr>
            <p:nvPr/>
          </p:nvSpPr>
          <p:spPr bwMode="auto">
            <a:xfrm>
              <a:off x="5894005" y="1217256"/>
              <a:ext cx="165100" cy="160338"/>
            </a:xfrm>
            <a:prstGeom prst="rect">
              <a:avLst/>
            </a:prstGeom>
            <a:solidFill>
              <a:schemeClr val="accent2"/>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buClrTx/>
              </a:pPr>
              <a:endParaRPr lang="en-US" sz="1060" dirty="0">
                <a:solidFill>
                  <a:srgbClr val="000000"/>
                </a:solidFill>
                <a:latin typeface="Arial"/>
              </a:endParaRPr>
            </a:p>
          </p:txBody>
        </p:sp>
        <p:sp>
          <p:nvSpPr>
            <p:cNvPr id="86" name="RectangleLegend3">
              <a:extLst>
                <a:ext uri="{FF2B5EF4-FFF2-40B4-BE49-F238E27FC236}">
                  <a16:creationId xmlns:a16="http://schemas.microsoft.com/office/drawing/2014/main" id="{4041DB7F-7F8A-431E-8ECB-FB7B53E1FC9C}"/>
                </a:ext>
              </a:extLst>
            </p:cNvPr>
            <p:cNvSpPr>
              <a:spLocks noChangeArrowheads="1"/>
            </p:cNvSpPr>
            <p:nvPr/>
          </p:nvSpPr>
          <p:spPr bwMode="auto">
            <a:xfrm>
              <a:off x="5894005" y="1488719"/>
              <a:ext cx="165100" cy="160338"/>
            </a:xfrm>
            <a:prstGeom prst="rect">
              <a:avLst/>
            </a:prstGeom>
            <a:solidFill>
              <a:schemeClr val="accent3"/>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buClrTx/>
              </a:pPr>
              <a:endParaRPr lang="en-US" sz="1060" dirty="0">
                <a:solidFill>
                  <a:srgbClr val="000000"/>
                </a:solidFill>
                <a:latin typeface="Arial"/>
              </a:endParaRPr>
            </a:p>
          </p:txBody>
        </p:sp>
        <p:sp>
          <p:nvSpPr>
            <p:cNvPr id="87" name="RectangleLegend4">
              <a:extLst>
                <a:ext uri="{FF2B5EF4-FFF2-40B4-BE49-F238E27FC236}">
                  <a16:creationId xmlns:a16="http://schemas.microsoft.com/office/drawing/2014/main" id="{C83F59A0-EB52-42CB-82A6-FA077CA35289}"/>
                </a:ext>
              </a:extLst>
            </p:cNvPr>
            <p:cNvSpPr>
              <a:spLocks noChangeArrowheads="1"/>
            </p:cNvSpPr>
            <p:nvPr/>
          </p:nvSpPr>
          <p:spPr bwMode="auto">
            <a:xfrm>
              <a:off x="5894005" y="1760182"/>
              <a:ext cx="165100" cy="160338"/>
            </a:xfrm>
            <a:prstGeom prst="rect">
              <a:avLst/>
            </a:prstGeom>
            <a:solidFill>
              <a:schemeClr val="accent4"/>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buClrTx/>
              </a:pPr>
              <a:endParaRPr lang="en-US" sz="1060" dirty="0">
                <a:solidFill>
                  <a:srgbClr val="000000"/>
                </a:solidFill>
                <a:latin typeface="Arial"/>
              </a:endParaRPr>
            </a:p>
          </p:txBody>
        </p:sp>
        <p:sp>
          <p:nvSpPr>
            <p:cNvPr id="88" name="Legend1">
              <a:extLst>
                <a:ext uri="{FF2B5EF4-FFF2-40B4-BE49-F238E27FC236}">
                  <a16:creationId xmlns:a16="http://schemas.microsoft.com/office/drawing/2014/main" id="{B0F80A74-882C-4429-AAFB-7BBBE4C90B13}"/>
                </a:ext>
              </a:extLst>
            </p:cNvPr>
            <p:cNvSpPr>
              <a:spLocks noChangeArrowheads="1"/>
            </p:cNvSpPr>
            <p:nvPr>
              <p:custDataLst>
                <p:tags r:id="rId28"/>
              </p:custDataLst>
            </p:nvPr>
          </p:nvSpPr>
          <p:spPr bwMode="auto">
            <a:xfrm>
              <a:off x="6148005" y="919828"/>
              <a:ext cx="497251" cy="18487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gn="l" defTabSz="789980">
                <a:buClr>
                  <a:srgbClr val="288E15"/>
                </a:buClr>
              </a:pPr>
              <a:r>
                <a:rPr lang="en-US" sz="1060" dirty="0">
                  <a:solidFill>
                    <a:srgbClr val="000000"/>
                  </a:solidFill>
                  <a:latin typeface="Arial"/>
                </a:rPr>
                <a:t>Legend</a:t>
              </a:r>
            </a:p>
          </p:txBody>
        </p:sp>
        <p:sp>
          <p:nvSpPr>
            <p:cNvPr id="89" name="Legend2">
              <a:extLst>
                <a:ext uri="{FF2B5EF4-FFF2-40B4-BE49-F238E27FC236}">
                  <a16:creationId xmlns:a16="http://schemas.microsoft.com/office/drawing/2014/main" id="{A90023B7-BCFF-45B0-A4DE-0568B696A231}"/>
                </a:ext>
              </a:extLst>
            </p:cNvPr>
            <p:cNvSpPr>
              <a:spLocks noChangeArrowheads="1"/>
            </p:cNvSpPr>
            <p:nvPr>
              <p:custDataLst>
                <p:tags r:id="rId29"/>
              </p:custDataLst>
            </p:nvPr>
          </p:nvSpPr>
          <p:spPr bwMode="auto">
            <a:xfrm>
              <a:off x="6148005" y="1189703"/>
              <a:ext cx="497251" cy="18487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gn="l" defTabSz="789980">
                <a:buClr>
                  <a:srgbClr val="288E15"/>
                </a:buClr>
              </a:pPr>
              <a:r>
                <a:rPr lang="en-US" sz="1060" dirty="0">
                  <a:solidFill>
                    <a:srgbClr val="000000"/>
                  </a:solidFill>
                  <a:latin typeface="Arial"/>
                </a:rPr>
                <a:t>Legend</a:t>
              </a:r>
            </a:p>
          </p:txBody>
        </p:sp>
        <p:sp>
          <p:nvSpPr>
            <p:cNvPr id="90" name="Legend3">
              <a:extLst>
                <a:ext uri="{FF2B5EF4-FFF2-40B4-BE49-F238E27FC236}">
                  <a16:creationId xmlns:a16="http://schemas.microsoft.com/office/drawing/2014/main" id="{230F0973-BCAB-4EAD-8048-62234E3E70B8}"/>
                </a:ext>
              </a:extLst>
            </p:cNvPr>
            <p:cNvSpPr>
              <a:spLocks noChangeArrowheads="1"/>
            </p:cNvSpPr>
            <p:nvPr>
              <p:custDataLst>
                <p:tags r:id="rId30"/>
              </p:custDataLst>
            </p:nvPr>
          </p:nvSpPr>
          <p:spPr bwMode="auto">
            <a:xfrm>
              <a:off x="6148005" y="1461167"/>
              <a:ext cx="497251" cy="18487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gn="l" defTabSz="789980">
                <a:buClr>
                  <a:srgbClr val="288E15"/>
                </a:buClr>
              </a:pPr>
              <a:r>
                <a:rPr lang="en-US" sz="1060" dirty="0">
                  <a:solidFill>
                    <a:srgbClr val="000000"/>
                  </a:solidFill>
                  <a:latin typeface="Arial"/>
                </a:rPr>
                <a:t>Legend</a:t>
              </a:r>
            </a:p>
          </p:txBody>
        </p:sp>
        <p:sp>
          <p:nvSpPr>
            <p:cNvPr id="91" name="Legend4">
              <a:extLst>
                <a:ext uri="{FF2B5EF4-FFF2-40B4-BE49-F238E27FC236}">
                  <a16:creationId xmlns:a16="http://schemas.microsoft.com/office/drawing/2014/main" id="{AAF9EE8A-A791-4D0F-A137-EEFB91D79AEE}"/>
                </a:ext>
              </a:extLst>
            </p:cNvPr>
            <p:cNvSpPr>
              <a:spLocks noChangeArrowheads="1"/>
            </p:cNvSpPr>
            <p:nvPr>
              <p:custDataLst>
                <p:tags r:id="rId31"/>
              </p:custDataLst>
            </p:nvPr>
          </p:nvSpPr>
          <p:spPr bwMode="auto">
            <a:xfrm>
              <a:off x="6148005" y="1732629"/>
              <a:ext cx="497251" cy="18487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gn="l" defTabSz="789980">
                <a:buClr>
                  <a:srgbClr val="288E15"/>
                </a:buClr>
              </a:pPr>
              <a:r>
                <a:rPr lang="en-US" sz="1060" dirty="0">
                  <a:solidFill>
                    <a:srgbClr val="000000"/>
                  </a:solidFill>
                  <a:latin typeface="Arial"/>
                </a:rPr>
                <a:t>Legend</a:t>
              </a:r>
            </a:p>
          </p:txBody>
        </p:sp>
      </p:grpSp>
      <p:grpSp>
        <p:nvGrpSpPr>
          <p:cNvPr id="92" name="LegendMoons" hidden="1">
            <a:extLst>
              <a:ext uri="{FF2B5EF4-FFF2-40B4-BE49-F238E27FC236}">
                <a16:creationId xmlns:a16="http://schemas.microsoft.com/office/drawing/2014/main" id="{C371E22B-6E8D-4456-A44C-BEE71A2B1558}"/>
              </a:ext>
            </a:extLst>
          </p:cNvPr>
          <p:cNvGrpSpPr/>
          <p:nvPr userDrawn="1"/>
        </p:nvGrpSpPr>
        <p:grpSpPr bwMode="auto">
          <a:xfrm>
            <a:off x="8214132" y="239972"/>
            <a:ext cx="743571" cy="1159463"/>
            <a:chOff x="5894005" y="2695123"/>
            <a:chExt cx="817927" cy="1314057"/>
          </a:xfrm>
        </p:grpSpPr>
        <p:grpSp>
          <p:nvGrpSpPr>
            <p:cNvPr id="93" name="MoonLegend1">
              <a:extLst>
                <a:ext uri="{FF2B5EF4-FFF2-40B4-BE49-F238E27FC236}">
                  <a16:creationId xmlns:a16="http://schemas.microsoft.com/office/drawing/2014/main" id="{A75B3EC5-5BCC-4DDE-8D58-2AF17E5D7CB4}"/>
                </a:ext>
              </a:extLst>
            </p:cNvPr>
            <p:cNvGrpSpPr>
              <a:grpSpLocks noChangeAspect="1"/>
            </p:cNvGrpSpPr>
            <p:nvPr>
              <p:custDataLst>
                <p:tags r:id="rId8"/>
              </p:custDataLst>
            </p:nvPr>
          </p:nvGrpSpPr>
          <p:grpSpPr bwMode="auto">
            <a:xfrm>
              <a:off x="5894005" y="2695123"/>
              <a:ext cx="209550" cy="209551"/>
              <a:chOff x="4533" y="183"/>
              <a:chExt cx="144" cy="144"/>
            </a:xfrm>
          </p:grpSpPr>
          <p:sp>
            <p:nvSpPr>
              <p:cNvPr id="144" name="Oval 143">
                <a:extLst>
                  <a:ext uri="{FF2B5EF4-FFF2-40B4-BE49-F238E27FC236}">
                    <a16:creationId xmlns:a16="http://schemas.microsoft.com/office/drawing/2014/main" id="{C4067BD0-9CF5-4A09-ADC1-FDA330D9FE76}"/>
                  </a:ext>
                </a:extLst>
              </p:cNvPr>
              <p:cNvSpPr>
                <a:spLocks noChangeAspect="1" noChangeArrowheads="1"/>
              </p:cNvSpPr>
              <p:nvPr>
                <p:custDataLst>
                  <p:tags r:id="rId26"/>
                </p:custDataLst>
              </p:nvPr>
            </p:nvSpPr>
            <p:spPr bwMode="auto">
              <a:xfrm>
                <a:off x="4533" y="183"/>
                <a:ext cx="144" cy="144"/>
              </a:xfrm>
              <a:prstGeom prst="ellipse">
                <a:avLst/>
              </a:prstGeom>
              <a:solidFill>
                <a:schemeClr val="accent1"/>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buClrTx/>
                </a:pPr>
                <a:endParaRPr lang="en-US" sz="1060" dirty="0">
                  <a:solidFill>
                    <a:srgbClr val="000000"/>
                  </a:solidFill>
                  <a:latin typeface="Arial"/>
                </a:endParaRPr>
              </a:p>
            </p:txBody>
          </p:sp>
          <p:sp>
            <p:nvSpPr>
              <p:cNvPr id="145" name="Arc 144">
                <a:extLst>
                  <a:ext uri="{FF2B5EF4-FFF2-40B4-BE49-F238E27FC236}">
                    <a16:creationId xmlns:a16="http://schemas.microsoft.com/office/drawing/2014/main" id="{2A7C4BDD-29C4-429F-A953-561964188149}"/>
                  </a:ext>
                </a:extLst>
              </p:cNvPr>
              <p:cNvSpPr>
                <a:spLocks noChangeAspect="1"/>
              </p:cNvSpPr>
              <p:nvPr>
                <p:custDataLst>
                  <p:tags r:id="rId27"/>
                </p:custDataLst>
              </p:nvPr>
            </p:nvSpPr>
            <p:spPr bwMode="auto">
              <a:xfrm>
                <a:off x="4533" y="183"/>
                <a:ext cx="144" cy="144"/>
              </a:xfrm>
              <a:prstGeom prst="arc">
                <a:avLst>
                  <a:gd name="adj1" fmla="val 16200000"/>
                  <a:gd name="adj2" fmla="val 5400000"/>
                </a:avLst>
              </a:prstGeom>
              <a:solidFill>
                <a:schemeClr val="accent4"/>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buClrTx/>
                </a:pPr>
                <a:endParaRPr lang="en-US" sz="1060" dirty="0">
                  <a:solidFill>
                    <a:srgbClr val="000000"/>
                  </a:solidFill>
                  <a:latin typeface="Arial"/>
                </a:endParaRPr>
              </a:p>
            </p:txBody>
          </p:sp>
        </p:grpSp>
        <p:grpSp>
          <p:nvGrpSpPr>
            <p:cNvPr id="94" name="MoonLegend2">
              <a:extLst>
                <a:ext uri="{FF2B5EF4-FFF2-40B4-BE49-F238E27FC236}">
                  <a16:creationId xmlns:a16="http://schemas.microsoft.com/office/drawing/2014/main" id="{D737C384-E7BF-444D-BBFC-D87E2EB2F3DE}"/>
                </a:ext>
              </a:extLst>
            </p:cNvPr>
            <p:cNvGrpSpPr>
              <a:grpSpLocks noChangeAspect="1"/>
            </p:cNvGrpSpPr>
            <p:nvPr>
              <p:custDataLst>
                <p:tags r:id="rId9"/>
              </p:custDataLst>
            </p:nvPr>
          </p:nvGrpSpPr>
          <p:grpSpPr bwMode="auto">
            <a:xfrm>
              <a:off x="5894005" y="2977103"/>
              <a:ext cx="209550" cy="209551"/>
              <a:chOff x="1694" y="2051"/>
              <a:chExt cx="160" cy="160"/>
            </a:xfrm>
          </p:grpSpPr>
          <p:sp>
            <p:nvSpPr>
              <p:cNvPr id="142" name="Oval 41">
                <a:extLst>
                  <a:ext uri="{FF2B5EF4-FFF2-40B4-BE49-F238E27FC236}">
                    <a16:creationId xmlns:a16="http://schemas.microsoft.com/office/drawing/2014/main" id="{1590D02C-2961-41CB-A644-2911BD7FA473}"/>
                  </a:ext>
                </a:extLst>
              </p:cNvPr>
              <p:cNvSpPr>
                <a:spLocks noChangeAspect="1" noChangeArrowheads="1"/>
              </p:cNvSpPr>
              <p:nvPr>
                <p:custDataLst>
                  <p:tags r:id="rId24"/>
                </p:custDataLst>
              </p:nvPr>
            </p:nvSpPr>
            <p:spPr bwMode="auto">
              <a:xfrm>
                <a:off x="1694" y="2051"/>
                <a:ext cx="160" cy="160"/>
              </a:xfrm>
              <a:prstGeom prst="ellipse">
                <a:avLst/>
              </a:prstGeom>
              <a:solidFill>
                <a:schemeClr val="accent1"/>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buClrTx/>
                </a:pPr>
                <a:endParaRPr lang="en-US" sz="1060" dirty="0">
                  <a:solidFill>
                    <a:srgbClr val="000000"/>
                  </a:solidFill>
                  <a:latin typeface="Arial"/>
                </a:endParaRPr>
              </a:p>
            </p:txBody>
          </p:sp>
          <p:sp>
            <p:nvSpPr>
              <p:cNvPr id="143" name="Arc 42">
                <a:extLst>
                  <a:ext uri="{FF2B5EF4-FFF2-40B4-BE49-F238E27FC236}">
                    <a16:creationId xmlns:a16="http://schemas.microsoft.com/office/drawing/2014/main" id="{B9B0EB47-5733-4DB3-9CC3-91B5FB2D53FA}"/>
                  </a:ext>
                </a:extLst>
              </p:cNvPr>
              <p:cNvSpPr>
                <a:spLocks noChangeAspect="1"/>
              </p:cNvSpPr>
              <p:nvPr>
                <p:custDataLst>
                  <p:tags r:id="rId25"/>
                </p:custDataLst>
              </p:nvPr>
            </p:nvSpPr>
            <p:spPr bwMode="auto">
              <a:xfrm>
                <a:off x="1694" y="2051"/>
                <a:ext cx="160" cy="160"/>
              </a:xfrm>
              <a:prstGeom prst="arc">
                <a:avLst/>
              </a:prstGeom>
              <a:solidFill>
                <a:schemeClr val="accent4"/>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buClrTx/>
                </a:pPr>
                <a:endParaRPr lang="en-US" sz="1060" dirty="0">
                  <a:solidFill>
                    <a:srgbClr val="000000"/>
                  </a:solidFill>
                  <a:latin typeface="Arial"/>
                </a:endParaRPr>
              </a:p>
            </p:txBody>
          </p:sp>
        </p:grpSp>
        <p:grpSp>
          <p:nvGrpSpPr>
            <p:cNvPr id="95" name="MoonLegend4">
              <a:extLst>
                <a:ext uri="{FF2B5EF4-FFF2-40B4-BE49-F238E27FC236}">
                  <a16:creationId xmlns:a16="http://schemas.microsoft.com/office/drawing/2014/main" id="{3DF23F8D-F57D-4D7F-A7F8-110E0037BB55}"/>
                </a:ext>
              </a:extLst>
            </p:cNvPr>
            <p:cNvGrpSpPr>
              <a:grpSpLocks noChangeAspect="1"/>
            </p:cNvGrpSpPr>
            <p:nvPr>
              <p:custDataLst>
                <p:tags r:id="rId10"/>
              </p:custDataLst>
            </p:nvPr>
          </p:nvGrpSpPr>
          <p:grpSpPr bwMode="auto">
            <a:xfrm>
              <a:off x="5894005" y="3524395"/>
              <a:ext cx="209550" cy="209551"/>
              <a:chOff x="4495" y="1204"/>
              <a:chExt cx="160" cy="160"/>
            </a:xfrm>
          </p:grpSpPr>
          <p:sp>
            <p:nvSpPr>
              <p:cNvPr id="140" name="Oval 47">
                <a:extLst>
                  <a:ext uri="{FF2B5EF4-FFF2-40B4-BE49-F238E27FC236}">
                    <a16:creationId xmlns:a16="http://schemas.microsoft.com/office/drawing/2014/main" id="{1CD93E94-5751-4A47-A9CF-032517763DD4}"/>
                  </a:ext>
                </a:extLst>
              </p:cNvPr>
              <p:cNvSpPr>
                <a:spLocks noChangeAspect="1" noChangeArrowheads="1"/>
              </p:cNvSpPr>
              <p:nvPr>
                <p:custDataLst>
                  <p:tags r:id="rId22"/>
                </p:custDataLst>
              </p:nvPr>
            </p:nvSpPr>
            <p:spPr bwMode="auto">
              <a:xfrm>
                <a:off x="4495" y="1204"/>
                <a:ext cx="160" cy="160"/>
              </a:xfrm>
              <a:prstGeom prst="ellipse">
                <a:avLst/>
              </a:prstGeom>
              <a:solidFill>
                <a:schemeClr val="accent1"/>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buClrTx/>
                </a:pPr>
                <a:endParaRPr lang="en-US" sz="1060" dirty="0">
                  <a:solidFill>
                    <a:srgbClr val="000000"/>
                  </a:solidFill>
                  <a:latin typeface="Arial"/>
                </a:endParaRPr>
              </a:p>
            </p:txBody>
          </p:sp>
          <p:sp>
            <p:nvSpPr>
              <p:cNvPr id="141" name="Arc 48">
                <a:extLst>
                  <a:ext uri="{FF2B5EF4-FFF2-40B4-BE49-F238E27FC236}">
                    <a16:creationId xmlns:a16="http://schemas.microsoft.com/office/drawing/2014/main" id="{EA526D30-F7DE-4606-9DAD-9E18162C7A84}"/>
                  </a:ext>
                </a:extLst>
              </p:cNvPr>
              <p:cNvSpPr>
                <a:spLocks noChangeAspect="1"/>
              </p:cNvSpPr>
              <p:nvPr>
                <p:custDataLst>
                  <p:tags r:id="rId23"/>
                </p:custDataLst>
              </p:nvPr>
            </p:nvSpPr>
            <p:spPr bwMode="auto">
              <a:xfrm>
                <a:off x="4495" y="1204"/>
                <a:ext cx="160" cy="160"/>
              </a:xfrm>
              <a:prstGeom prst="arc">
                <a:avLst>
                  <a:gd name="adj1" fmla="val 16200000"/>
                  <a:gd name="adj2" fmla="val 10800000"/>
                </a:avLst>
              </a:prstGeom>
              <a:solidFill>
                <a:schemeClr val="accent4"/>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buClrTx/>
                </a:pPr>
                <a:endParaRPr lang="en-US" sz="1060" dirty="0">
                  <a:solidFill>
                    <a:srgbClr val="000000"/>
                  </a:solidFill>
                  <a:latin typeface="Arial"/>
                </a:endParaRPr>
              </a:p>
            </p:txBody>
          </p:sp>
        </p:grpSp>
        <p:grpSp>
          <p:nvGrpSpPr>
            <p:cNvPr id="96" name="MoonLegend5">
              <a:extLst>
                <a:ext uri="{FF2B5EF4-FFF2-40B4-BE49-F238E27FC236}">
                  <a16:creationId xmlns:a16="http://schemas.microsoft.com/office/drawing/2014/main" id="{370B9283-836F-4B7F-AFC3-894FFE7DB16B}"/>
                </a:ext>
              </a:extLst>
            </p:cNvPr>
            <p:cNvGrpSpPr>
              <a:grpSpLocks noChangeAspect="1"/>
            </p:cNvGrpSpPr>
            <p:nvPr>
              <p:custDataLst>
                <p:tags r:id="rId11"/>
              </p:custDataLst>
            </p:nvPr>
          </p:nvGrpSpPr>
          <p:grpSpPr bwMode="auto">
            <a:xfrm>
              <a:off x="5894005" y="3799629"/>
              <a:ext cx="209550" cy="209551"/>
              <a:chOff x="4495" y="1447"/>
              <a:chExt cx="160" cy="160"/>
            </a:xfrm>
          </p:grpSpPr>
          <p:sp>
            <p:nvSpPr>
              <p:cNvPr id="138" name="Oval 50">
                <a:extLst>
                  <a:ext uri="{FF2B5EF4-FFF2-40B4-BE49-F238E27FC236}">
                    <a16:creationId xmlns:a16="http://schemas.microsoft.com/office/drawing/2014/main" id="{D541B174-1705-458C-82D7-B217571491B2}"/>
                  </a:ext>
                </a:extLst>
              </p:cNvPr>
              <p:cNvSpPr>
                <a:spLocks noChangeAspect="1" noChangeArrowheads="1"/>
              </p:cNvSpPr>
              <p:nvPr>
                <p:custDataLst>
                  <p:tags r:id="rId20"/>
                </p:custDataLst>
              </p:nvPr>
            </p:nvSpPr>
            <p:spPr bwMode="auto">
              <a:xfrm>
                <a:off x="4495" y="1447"/>
                <a:ext cx="160" cy="160"/>
              </a:xfrm>
              <a:prstGeom prst="ellipse">
                <a:avLst/>
              </a:prstGeom>
              <a:solidFill>
                <a:schemeClr val="accent1"/>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buClrTx/>
                </a:pPr>
                <a:endParaRPr lang="en-US" sz="1060" dirty="0">
                  <a:solidFill>
                    <a:srgbClr val="000000"/>
                  </a:solidFill>
                  <a:latin typeface="Arial"/>
                </a:endParaRPr>
              </a:p>
            </p:txBody>
          </p:sp>
          <p:sp>
            <p:nvSpPr>
              <p:cNvPr id="139" name="Oval 51">
                <a:extLst>
                  <a:ext uri="{FF2B5EF4-FFF2-40B4-BE49-F238E27FC236}">
                    <a16:creationId xmlns:a16="http://schemas.microsoft.com/office/drawing/2014/main" id="{B477A8B4-8518-4751-A70E-FB0AB1012F1E}"/>
                  </a:ext>
                </a:extLst>
              </p:cNvPr>
              <p:cNvSpPr>
                <a:spLocks noChangeAspect="1" noChangeArrowheads="1"/>
              </p:cNvSpPr>
              <p:nvPr>
                <p:custDataLst>
                  <p:tags r:id="rId21"/>
                </p:custDataLst>
              </p:nvPr>
            </p:nvSpPr>
            <p:spPr bwMode="auto">
              <a:xfrm>
                <a:off x="4495" y="1447"/>
                <a:ext cx="160" cy="160"/>
              </a:xfrm>
              <a:prstGeom prst="arc">
                <a:avLst>
                  <a:gd name="adj1" fmla="val 16200000"/>
                  <a:gd name="adj2" fmla="val 16200000"/>
                </a:avLst>
              </a:prstGeom>
              <a:solidFill>
                <a:schemeClr val="accent4"/>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buClrTx/>
                </a:pPr>
                <a:endParaRPr lang="en-US" sz="1060" dirty="0">
                  <a:solidFill>
                    <a:srgbClr val="000000"/>
                  </a:solidFill>
                  <a:latin typeface="Arial"/>
                </a:endParaRPr>
              </a:p>
            </p:txBody>
          </p:sp>
        </p:grpSp>
        <p:grpSp>
          <p:nvGrpSpPr>
            <p:cNvPr id="97" name="MoonLegend3">
              <a:extLst>
                <a:ext uri="{FF2B5EF4-FFF2-40B4-BE49-F238E27FC236}">
                  <a16:creationId xmlns:a16="http://schemas.microsoft.com/office/drawing/2014/main" id="{CD534214-26B7-4A14-9865-E60F04E904A1}"/>
                </a:ext>
              </a:extLst>
            </p:cNvPr>
            <p:cNvGrpSpPr>
              <a:grpSpLocks noChangeAspect="1"/>
            </p:cNvGrpSpPr>
            <p:nvPr>
              <p:custDataLst>
                <p:tags r:id="rId12"/>
              </p:custDataLst>
            </p:nvPr>
          </p:nvGrpSpPr>
          <p:grpSpPr bwMode="auto">
            <a:xfrm>
              <a:off x="5894005" y="3251543"/>
              <a:ext cx="209550" cy="209551"/>
              <a:chOff x="4495" y="1205"/>
              <a:chExt cx="160" cy="160"/>
            </a:xfrm>
          </p:grpSpPr>
          <p:sp>
            <p:nvSpPr>
              <p:cNvPr id="136" name="Oval 47">
                <a:extLst>
                  <a:ext uri="{FF2B5EF4-FFF2-40B4-BE49-F238E27FC236}">
                    <a16:creationId xmlns:a16="http://schemas.microsoft.com/office/drawing/2014/main" id="{A1F86996-6B93-4A85-BDF1-D7F1336067A6}"/>
                  </a:ext>
                </a:extLst>
              </p:cNvPr>
              <p:cNvSpPr>
                <a:spLocks noChangeAspect="1" noChangeArrowheads="1"/>
              </p:cNvSpPr>
              <p:nvPr>
                <p:custDataLst>
                  <p:tags r:id="rId18"/>
                </p:custDataLst>
              </p:nvPr>
            </p:nvSpPr>
            <p:spPr bwMode="auto">
              <a:xfrm>
                <a:off x="4495" y="1205"/>
                <a:ext cx="160" cy="160"/>
              </a:xfrm>
              <a:prstGeom prst="ellipse">
                <a:avLst/>
              </a:prstGeom>
              <a:solidFill>
                <a:schemeClr val="accent1"/>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buClrTx/>
                </a:pPr>
                <a:endParaRPr lang="en-US" sz="1060" dirty="0">
                  <a:solidFill>
                    <a:srgbClr val="000000"/>
                  </a:solidFill>
                  <a:latin typeface="Arial"/>
                </a:endParaRPr>
              </a:p>
            </p:txBody>
          </p:sp>
          <p:sp>
            <p:nvSpPr>
              <p:cNvPr id="137" name="Arc 48">
                <a:extLst>
                  <a:ext uri="{FF2B5EF4-FFF2-40B4-BE49-F238E27FC236}">
                    <a16:creationId xmlns:a16="http://schemas.microsoft.com/office/drawing/2014/main" id="{3DFD609A-9ECE-405D-812A-208C7D34D5BC}"/>
                  </a:ext>
                </a:extLst>
              </p:cNvPr>
              <p:cNvSpPr>
                <a:spLocks noChangeAspect="1"/>
              </p:cNvSpPr>
              <p:nvPr>
                <p:custDataLst>
                  <p:tags r:id="rId19"/>
                </p:custDataLst>
              </p:nvPr>
            </p:nvSpPr>
            <p:spPr bwMode="auto">
              <a:xfrm>
                <a:off x="4495" y="1205"/>
                <a:ext cx="160" cy="160"/>
              </a:xfrm>
              <a:prstGeom prst="arc">
                <a:avLst>
                  <a:gd name="adj1" fmla="val 16200000"/>
                  <a:gd name="adj2" fmla="val 5400000"/>
                </a:avLst>
              </a:prstGeom>
              <a:solidFill>
                <a:schemeClr val="accent4"/>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buClrTx/>
                </a:pPr>
                <a:endParaRPr lang="en-US" sz="1060" dirty="0">
                  <a:solidFill>
                    <a:srgbClr val="000000"/>
                  </a:solidFill>
                  <a:latin typeface="Arial"/>
                </a:endParaRPr>
              </a:p>
            </p:txBody>
          </p:sp>
        </p:grpSp>
        <p:sp>
          <p:nvSpPr>
            <p:cNvPr id="98" name="Legend1">
              <a:extLst>
                <a:ext uri="{FF2B5EF4-FFF2-40B4-BE49-F238E27FC236}">
                  <a16:creationId xmlns:a16="http://schemas.microsoft.com/office/drawing/2014/main" id="{399AFD0A-D5D9-4F87-BAAA-44BE7B0403D9}"/>
                </a:ext>
              </a:extLst>
            </p:cNvPr>
            <p:cNvSpPr>
              <a:spLocks noChangeArrowheads="1"/>
            </p:cNvSpPr>
            <p:nvPr>
              <p:custDataLst>
                <p:tags r:id="rId13"/>
              </p:custDataLst>
            </p:nvPr>
          </p:nvSpPr>
          <p:spPr bwMode="auto">
            <a:xfrm>
              <a:off x="6214681" y="2696542"/>
              <a:ext cx="497251" cy="18487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gn="l" defTabSz="789980">
                <a:buClr>
                  <a:srgbClr val="288E15"/>
                </a:buClr>
              </a:pPr>
              <a:r>
                <a:rPr lang="en-US" sz="1060" dirty="0">
                  <a:solidFill>
                    <a:srgbClr val="000000"/>
                  </a:solidFill>
                  <a:latin typeface="Arial"/>
                </a:rPr>
                <a:t>Legend</a:t>
              </a:r>
            </a:p>
          </p:txBody>
        </p:sp>
        <p:sp>
          <p:nvSpPr>
            <p:cNvPr id="99" name="Legend2">
              <a:extLst>
                <a:ext uri="{FF2B5EF4-FFF2-40B4-BE49-F238E27FC236}">
                  <a16:creationId xmlns:a16="http://schemas.microsoft.com/office/drawing/2014/main" id="{CF11D078-C314-4A06-A5AA-7E866DBB796B}"/>
                </a:ext>
              </a:extLst>
            </p:cNvPr>
            <p:cNvSpPr>
              <a:spLocks noChangeArrowheads="1"/>
            </p:cNvSpPr>
            <p:nvPr>
              <p:custDataLst>
                <p:tags r:id="rId14"/>
              </p:custDataLst>
            </p:nvPr>
          </p:nvSpPr>
          <p:spPr bwMode="auto">
            <a:xfrm>
              <a:off x="6214680" y="2974156"/>
              <a:ext cx="497251" cy="18487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gn="l" defTabSz="789980">
                <a:buClr>
                  <a:srgbClr val="288E15"/>
                </a:buClr>
              </a:pPr>
              <a:r>
                <a:rPr lang="en-US" sz="1060" dirty="0">
                  <a:solidFill>
                    <a:srgbClr val="000000"/>
                  </a:solidFill>
                  <a:latin typeface="Arial"/>
                </a:rPr>
                <a:t>Legend</a:t>
              </a:r>
            </a:p>
          </p:txBody>
        </p:sp>
        <p:sp>
          <p:nvSpPr>
            <p:cNvPr id="133" name="Legend3">
              <a:extLst>
                <a:ext uri="{FF2B5EF4-FFF2-40B4-BE49-F238E27FC236}">
                  <a16:creationId xmlns:a16="http://schemas.microsoft.com/office/drawing/2014/main" id="{8DDE1FE6-D3BF-4EF1-AE53-4E5D3FC6BA09}"/>
                </a:ext>
              </a:extLst>
            </p:cNvPr>
            <p:cNvSpPr>
              <a:spLocks noChangeArrowheads="1"/>
            </p:cNvSpPr>
            <p:nvPr>
              <p:custDataLst>
                <p:tags r:id="rId15"/>
              </p:custDataLst>
            </p:nvPr>
          </p:nvSpPr>
          <p:spPr bwMode="auto">
            <a:xfrm>
              <a:off x="6214680" y="3248596"/>
              <a:ext cx="497251" cy="18487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gn="l" defTabSz="789980">
                <a:buClr>
                  <a:srgbClr val="288E15"/>
                </a:buClr>
              </a:pPr>
              <a:r>
                <a:rPr lang="en-US" sz="1060" dirty="0">
                  <a:solidFill>
                    <a:srgbClr val="000000"/>
                  </a:solidFill>
                  <a:latin typeface="Arial"/>
                </a:rPr>
                <a:t>Legend</a:t>
              </a:r>
            </a:p>
          </p:txBody>
        </p:sp>
        <p:sp>
          <p:nvSpPr>
            <p:cNvPr id="134" name="Legend4">
              <a:extLst>
                <a:ext uri="{FF2B5EF4-FFF2-40B4-BE49-F238E27FC236}">
                  <a16:creationId xmlns:a16="http://schemas.microsoft.com/office/drawing/2014/main" id="{907EDFCE-267C-44F2-98CB-517DF6A75D4C}"/>
                </a:ext>
              </a:extLst>
            </p:cNvPr>
            <p:cNvSpPr>
              <a:spLocks noChangeArrowheads="1"/>
            </p:cNvSpPr>
            <p:nvPr>
              <p:custDataLst>
                <p:tags r:id="rId16"/>
              </p:custDataLst>
            </p:nvPr>
          </p:nvSpPr>
          <p:spPr bwMode="auto">
            <a:xfrm>
              <a:off x="6214680" y="3521448"/>
              <a:ext cx="497251" cy="18487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gn="l" defTabSz="789980">
                <a:buClr>
                  <a:srgbClr val="288E15"/>
                </a:buClr>
              </a:pPr>
              <a:r>
                <a:rPr lang="en-US" sz="1060" dirty="0">
                  <a:solidFill>
                    <a:srgbClr val="000000"/>
                  </a:solidFill>
                  <a:latin typeface="Arial"/>
                </a:rPr>
                <a:t>Legend</a:t>
              </a:r>
            </a:p>
          </p:txBody>
        </p:sp>
        <p:sp>
          <p:nvSpPr>
            <p:cNvPr id="135" name="Legend5">
              <a:extLst>
                <a:ext uri="{FF2B5EF4-FFF2-40B4-BE49-F238E27FC236}">
                  <a16:creationId xmlns:a16="http://schemas.microsoft.com/office/drawing/2014/main" id="{84381763-BCAE-45E9-9FDC-82AEDE1F7891}"/>
                </a:ext>
              </a:extLst>
            </p:cNvPr>
            <p:cNvSpPr>
              <a:spLocks noChangeArrowheads="1"/>
            </p:cNvSpPr>
            <p:nvPr>
              <p:custDataLst>
                <p:tags r:id="rId17"/>
              </p:custDataLst>
            </p:nvPr>
          </p:nvSpPr>
          <p:spPr bwMode="auto">
            <a:xfrm>
              <a:off x="6214680" y="3796682"/>
              <a:ext cx="497251" cy="18487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gn="l" defTabSz="789980">
                <a:buClr>
                  <a:srgbClr val="288E15"/>
                </a:buClr>
              </a:pPr>
              <a:r>
                <a:rPr lang="en-US" sz="1060" dirty="0">
                  <a:solidFill>
                    <a:srgbClr val="000000"/>
                  </a:solidFill>
                  <a:latin typeface="Arial"/>
                </a:rPr>
                <a:t>Legend</a:t>
              </a:r>
            </a:p>
          </p:txBody>
        </p:sp>
      </p:grpSp>
      <p:sp>
        <p:nvSpPr>
          <p:cNvPr id="61" name="Espace réservé du numéro de diapositive 5"/>
          <p:cNvSpPr txBox="1">
            <a:spLocks/>
          </p:cNvSpPr>
          <p:nvPr userDrawn="1"/>
        </p:nvSpPr>
        <p:spPr>
          <a:xfrm>
            <a:off x="234361" y="6406124"/>
            <a:ext cx="619127" cy="427567"/>
          </a:xfrm>
          <a:prstGeom prst="rect">
            <a:avLst/>
          </a:prstGeom>
        </p:spPr>
        <p:txBody>
          <a:bodyPr anchor="ctr"/>
          <a:lstStyle>
            <a:lvl1pPr algn="ctr">
              <a:defRPr sz="1100">
                <a:solidFill>
                  <a:srgbClr val="006637"/>
                </a:solidFill>
                <a:latin typeface="Arial Narrow" pitchFamily="34" charset="0"/>
              </a:defRPr>
            </a:lvl1pPr>
          </a:lstStyle>
          <a:p>
            <a:pPr algn="l" fontAlgn="auto">
              <a:spcBef>
                <a:spcPts val="0"/>
              </a:spcBef>
              <a:spcAft>
                <a:spcPts val="0"/>
              </a:spcAft>
              <a:defRPr/>
            </a:pPr>
            <a:fld id="{0A4FE457-65FD-4C47-9C1A-47705C329920}" type="slidenum">
              <a:rPr lang="fr-FR" sz="933" b="1" kern="1200" smtClean="0">
                <a:solidFill>
                  <a:srgbClr val="007C30"/>
                </a:solidFill>
                <a:latin typeface="Verdana" panose="020B0604030504040204" pitchFamily="34" charset="0"/>
                <a:ea typeface="Verdana" panose="020B0604030504040204" pitchFamily="34" charset="0"/>
                <a:cs typeface="Verdana" panose="020B0604030504040204" pitchFamily="34" charset="0"/>
              </a:rPr>
              <a:pPr algn="l" fontAlgn="auto">
                <a:spcBef>
                  <a:spcPts val="0"/>
                </a:spcBef>
                <a:spcAft>
                  <a:spcPts val="0"/>
                </a:spcAft>
                <a:defRPr/>
              </a:pPr>
              <a:t>‹#›</a:t>
            </a:fld>
            <a:endParaRPr lang="fr-FR" sz="933" b="1" kern="1200" dirty="0">
              <a:solidFill>
                <a:srgbClr val="007C30"/>
              </a:solidFill>
              <a:latin typeface="Verdana" panose="020B0604030504040204" pitchFamily="34" charset="0"/>
              <a:ea typeface="Verdana" panose="020B0604030504040204" pitchFamily="34" charset="0"/>
              <a:cs typeface="Verdana" panose="020B0604030504040204" pitchFamily="34" charset="0"/>
            </a:endParaRPr>
          </a:p>
        </p:txBody>
      </p:sp>
      <p:sp>
        <p:nvSpPr>
          <p:cNvPr id="62" name="ZoneTexte 61"/>
          <p:cNvSpPr txBox="1"/>
          <p:nvPr userDrawn="1"/>
        </p:nvSpPr>
        <p:spPr>
          <a:xfrm>
            <a:off x="625154" y="6439046"/>
            <a:ext cx="7378987" cy="400110"/>
          </a:xfrm>
          <a:prstGeom prst="rect">
            <a:avLst/>
          </a:prstGeom>
          <a:noFill/>
        </p:spPr>
        <p:txBody>
          <a:bodyPr wrap="square" rtlCol="0" anchor="ctr">
            <a:spAutoFit/>
          </a:bodyPr>
          <a:lstStyle/>
          <a:p>
            <a:pPr marL="0" marR="0" indent="0" algn="l" defTabSz="1219108" rtl="0" eaLnBrk="1" fontAlgn="auto" latinLnBrk="0" hangingPunct="1">
              <a:lnSpc>
                <a:spcPct val="100000"/>
              </a:lnSpc>
              <a:spcBef>
                <a:spcPts val="0"/>
              </a:spcBef>
              <a:spcAft>
                <a:spcPts val="0"/>
              </a:spcAft>
              <a:buClrTx/>
              <a:buSzTx/>
              <a:buFontTx/>
              <a:buNone/>
              <a:tabLst/>
              <a:defRPr/>
            </a:pPr>
            <a:r>
              <a:rPr lang="fr-FR" sz="1000" b="1" baseline="0" dirty="0">
                <a:solidFill>
                  <a:srgbClr val="007C30"/>
                </a:solidFill>
                <a:latin typeface="Verdana" panose="020B0604030504040204" pitchFamily="34" charset="0"/>
                <a:ea typeface="Verdana" panose="020B0604030504040204" pitchFamily="34" charset="0"/>
                <a:cs typeface="Verdana" panose="020B0604030504040204" pitchFamily="34" charset="0"/>
              </a:rPr>
              <a:t>AUDIT DU XXXX</a:t>
            </a:r>
          </a:p>
          <a:p>
            <a:pPr marL="0" marR="0" indent="0" algn="l" defTabSz="1219108" rtl="0" eaLnBrk="1" fontAlgn="auto" latinLnBrk="0" hangingPunct="1">
              <a:lnSpc>
                <a:spcPct val="100000"/>
              </a:lnSpc>
              <a:spcBef>
                <a:spcPts val="0"/>
              </a:spcBef>
              <a:spcAft>
                <a:spcPts val="0"/>
              </a:spcAft>
              <a:buClrTx/>
              <a:buSzTx/>
              <a:buFontTx/>
              <a:buNone/>
              <a:tabLst/>
              <a:defRPr/>
            </a:pPr>
            <a:r>
              <a:rPr lang="fr-FR" sz="1000" b="0" baseline="0" dirty="0">
                <a:solidFill>
                  <a:srgbClr val="007C30"/>
                </a:solidFill>
                <a:latin typeface="Verdana" panose="020B0604030504040204" pitchFamily="34" charset="0"/>
                <a:ea typeface="Verdana" panose="020B0604030504040204" pitchFamily="34" charset="0"/>
                <a:cs typeface="Verdana" panose="020B0604030504040204" pitchFamily="34" charset="0"/>
              </a:rPr>
              <a:t>MOIS 202X</a:t>
            </a:r>
            <a:r>
              <a:rPr lang="fr-FR" sz="1000" b="1" baseline="0" dirty="0">
                <a:solidFill>
                  <a:srgbClr val="007C30"/>
                </a:solidFill>
                <a:latin typeface="Verdana" panose="020B0604030504040204" pitchFamily="34" charset="0"/>
                <a:ea typeface="Verdana" panose="020B0604030504040204" pitchFamily="34" charset="0"/>
                <a:cs typeface="Verdana" panose="020B0604030504040204" pitchFamily="34" charset="0"/>
              </a:rPr>
              <a:t> </a:t>
            </a:r>
          </a:p>
        </p:txBody>
      </p:sp>
      <p:sp>
        <p:nvSpPr>
          <p:cNvPr id="63" name="ZoneTexte 62"/>
          <p:cNvSpPr txBox="1"/>
          <p:nvPr userDrawn="1"/>
        </p:nvSpPr>
        <p:spPr>
          <a:xfrm>
            <a:off x="6421698" y="6526137"/>
            <a:ext cx="2125329" cy="246221"/>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b="1" i="1" kern="1200" dirty="0">
                <a:solidFill>
                  <a:srgbClr val="FF0000"/>
                </a:solidFill>
                <a:effectLst/>
                <a:latin typeface="Verdana" panose="020B0604030504040204" pitchFamily="34" charset="0"/>
                <a:ea typeface="Verdana" panose="020B0604030504040204" pitchFamily="34" charset="0"/>
              </a:rPr>
              <a:t>Strictement confidentiel</a:t>
            </a:r>
          </a:p>
        </p:txBody>
      </p:sp>
      <p:sp>
        <p:nvSpPr>
          <p:cNvPr id="3" name="Espace réservé du titre 2"/>
          <p:cNvSpPr>
            <a:spLocks noGrp="1"/>
          </p:cNvSpPr>
          <p:nvPr>
            <p:ph type="title"/>
          </p:nvPr>
        </p:nvSpPr>
        <p:spPr>
          <a:xfrm>
            <a:off x="72000" y="78517"/>
            <a:ext cx="9000000" cy="763081"/>
          </a:xfrm>
          <a:prstGeom prst="rect">
            <a:avLst/>
          </a:prstGeom>
        </p:spPr>
        <p:txBody>
          <a:bodyPr anchor="t"/>
          <a:lstStyle/>
          <a:p>
            <a:pPr lvl="0">
              <a:lnSpc>
                <a:spcPct val="100000"/>
              </a:lnSpc>
              <a:buClr>
                <a:schemeClr val="tx2"/>
              </a:buClr>
              <a:buNone/>
            </a:pPr>
            <a:r>
              <a:rPr lang="fr-FR" dirty="0"/>
              <a:t>MODIFIEZ LE STYLE DU TITRE</a:t>
            </a:r>
          </a:p>
        </p:txBody>
      </p:sp>
      <p:pic>
        <p:nvPicPr>
          <p:cNvPr id="4" name="Image 3">
            <a:extLst>
              <a:ext uri="{FF2B5EF4-FFF2-40B4-BE49-F238E27FC236}">
                <a16:creationId xmlns:a16="http://schemas.microsoft.com/office/drawing/2014/main" id="{5B6D6E38-C695-9B48-53CB-1F8191D38BDB}"/>
              </a:ext>
            </a:extLst>
          </p:cNvPr>
          <p:cNvPicPr>
            <a:picLocks noChangeAspect="1"/>
          </p:cNvPicPr>
          <p:nvPr userDrawn="1"/>
        </p:nvPicPr>
        <p:blipFill>
          <a:blip r:embed="rId37"/>
          <a:stretch>
            <a:fillRect/>
          </a:stretch>
        </p:blipFill>
        <p:spPr>
          <a:xfrm>
            <a:off x="8349772" y="6439046"/>
            <a:ext cx="577850" cy="374650"/>
          </a:xfrm>
          <a:prstGeom prst="rect">
            <a:avLst/>
          </a:prstGeom>
          <a:ln>
            <a:solidFill>
              <a:schemeClr val="bg1"/>
            </a:solidFill>
          </a:ln>
        </p:spPr>
      </p:pic>
    </p:spTree>
    <p:extLst>
      <p:ext uri="{BB962C8B-B14F-4D97-AF65-F5344CB8AC3E}">
        <p14:creationId xmlns:p14="http://schemas.microsoft.com/office/powerpoint/2010/main" val="1144752724"/>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Lst>
  <p:hf hdr="0" ftr="0" dt="0"/>
  <p:txStyles>
    <p:titleStyle>
      <a:lvl1pPr algn="l" defTabSz="789980" rtl="0" eaLnBrk="1" fontAlgn="base" hangingPunct="1">
        <a:spcBef>
          <a:spcPct val="0"/>
        </a:spcBef>
        <a:spcAft>
          <a:spcPct val="0"/>
        </a:spcAft>
        <a:tabLst>
          <a:tab pos="238114" algn="l"/>
        </a:tabLst>
        <a:defRPr lang="fr-FR" sz="1600" b="1" kern="1200" cap="none" baseline="0" smtClean="0">
          <a:solidFill>
            <a:srgbClr val="007C30"/>
          </a:solidFill>
          <a:latin typeface="Verdana" panose="020B0604030504040204" pitchFamily="34" charset="0"/>
          <a:ea typeface="Verdana" panose="020B0604030504040204" pitchFamily="34" charset="0"/>
          <a:cs typeface="+mj-cs"/>
        </a:defRPr>
      </a:lvl1pPr>
      <a:lvl2pPr algn="l" defTabSz="789980" rtl="0" eaLnBrk="1" fontAlgn="base" hangingPunct="1">
        <a:spcBef>
          <a:spcPct val="0"/>
        </a:spcBef>
        <a:spcAft>
          <a:spcPct val="0"/>
        </a:spcAft>
        <a:defRPr sz="1676" b="1">
          <a:solidFill>
            <a:schemeClr val="tx2"/>
          </a:solidFill>
          <a:latin typeface="Arial" charset="0"/>
        </a:defRPr>
      </a:lvl2pPr>
      <a:lvl3pPr algn="l" defTabSz="789980" rtl="0" eaLnBrk="1" fontAlgn="base" hangingPunct="1">
        <a:spcBef>
          <a:spcPct val="0"/>
        </a:spcBef>
        <a:spcAft>
          <a:spcPct val="0"/>
        </a:spcAft>
        <a:defRPr sz="1676" b="1">
          <a:solidFill>
            <a:schemeClr val="tx2"/>
          </a:solidFill>
          <a:latin typeface="Arial" charset="0"/>
        </a:defRPr>
      </a:lvl3pPr>
      <a:lvl4pPr algn="l" defTabSz="789980" rtl="0" eaLnBrk="1" fontAlgn="base" hangingPunct="1">
        <a:spcBef>
          <a:spcPct val="0"/>
        </a:spcBef>
        <a:spcAft>
          <a:spcPct val="0"/>
        </a:spcAft>
        <a:defRPr sz="1676" b="1">
          <a:solidFill>
            <a:schemeClr val="tx2"/>
          </a:solidFill>
          <a:latin typeface="Arial" charset="0"/>
        </a:defRPr>
      </a:lvl4pPr>
      <a:lvl5pPr algn="l" defTabSz="789980" rtl="0" eaLnBrk="1" fontAlgn="base" hangingPunct="1">
        <a:spcBef>
          <a:spcPct val="0"/>
        </a:spcBef>
        <a:spcAft>
          <a:spcPct val="0"/>
        </a:spcAft>
        <a:defRPr sz="1676" b="1">
          <a:solidFill>
            <a:schemeClr val="tx2"/>
          </a:solidFill>
          <a:latin typeface="Arial" charset="0"/>
        </a:defRPr>
      </a:lvl5pPr>
      <a:lvl6pPr marL="403391" algn="l" defTabSz="789980" rtl="0" eaLnBrk="1" fontAlgn="base" hangingPunct="1">
        <a:spcBef>
          <a:spcPct val="0"/>
        </a:spcBef>
        <a:spcAft>
          <a:spcPct val="0"/>
        </a:spcAft>
        <a:defRPr sz="1676" b="1">
          <a:solidFill>
            <a:schemeClr val="tx2"/>
          </a:solidFill>
          <a:latin typeface="Arial" charset="0"/>
        </a:defRPr>
      </a:lvl6pPr>
      <a:lvl7pPr marL="806786" algn="l" defTabSz="789980" rtl="0" eaLnBrk="1" fontAlgn="base" hangingPunct="1">
        <a:spcBef>
          <a:spcPct val="0"/>
        </a:spcBef>
        <a:spcAft>
          <a:spcPct val="0"/>
        </a:spcAft>
        <a:defRPr sz="1676" b="1">
          <a:solidFill>
            <a:schemeClr val="tx2"/>
          </a:solidFill>
          <a:latin typeface="Arial" charset="0"/>
        </a:defRPr>
      </a:lvl7pPr>
      <a:lvl8pPr marL="1210179" algn="l" defTabSz="789980" rtl="0" eaLnBrk="1" fontAlgn="base" hangingPunct="1">
        <a:spcBef>
          <a:spcPct val="0"/>
        </a:spcBef>
        <a:spcAft>
          <a:spcPct val="0"/>
        </a:spcAft>
        <a:defRPr sz="1676" b="1">
          <a:solidFill>
            <a:schemeClr val="tx2"/>
          </a:solidFill>
          <a:latin typeface="Arial" charset="0"/>
        </a:defRPr>
      </a:lvl8pPr>
      <a:lvl9pPr marL="1613573" algn="l" defTabSz="789980" rtl="0" eaLnBrk="1" fontAlgn="base" hangingPunct="1">
        <a:spcBef>
          <a:spcPct val="0"/>
        </a:spcBef>
        <a:spcAft>
          <a:spcPct val="0"/>
        </a:spcAft>
        <a:defRPr sz="1676" b="1">
          <a:solidFill>
            <a:schemeClr val="tx2"/>
          </a:solidFill>
          <a:latin typeface="Arial" charset="0"/>
        </a:defRPr>
      </a:lvl9pPr>
    </p:titleStyle>
    <p:bodyStyle>
      <a:lvl1pPr marL="0" indent="0" algn="l" defTabSz="789980" rtl="0" eaLnBrk="1" fontAlgn="base" hangingPunct="1">
        <a:spcBef>
          <a:spcPct val="0"/>
        </a:spcBef>
        <a:spcAft>
          <a:spcPct val="0"/>
        </a:spcAft>
        <a:buClr>
          <a:schemeClr val="tx2"/>
        </a:buClr>
        <a:buSzPct val="100000"/>
        <a:defRPr sz="1412" baseline="0">
          <a:solidFill>
            <a:schemeClr val="tx1"/>
          </a:solidFill>
          <a:latin typeface="+mn-lt"/>
          <a:ea typeface="+mn-ea"/>
          <a:cs typeface="+mn-cs"/>
        </a:defRPr>
      </a:lvl1pPr>
      <a:lvl2pPr marL="170880" indent="-169482" algn="l" defTabSz="789980" rtl="0" eaLnBrk="1" fontAlgn="base" hangingPunct="1">
        <a:spcBef>
          <a:spcPct val="0"/>
        </a:spcBef>
        <a:spcAft>
          <a:spcPct val="0"/>
        </a:spcAft>
        <a:buClr>
          <a:schemeClr val="tx2"/>
        </a:buClr>
        <a:buSzPct val="125000"/>
        <a:buFont typeface="Arial" charset="0"/>
        <a:buChar char="▪"/>
        <a:defRPr sz="1412" baseline="0">
          <a:solidFill>
            <a:schemeClr val="tx1"/>
          </a:solidFill>
          <a:latin typeface="+mn-lt"/>
        </a:defRPr>
      </a:lvl2pPr>
      <a:lvl3pPr marL="403391" indent="-231112" algn="l" defTabSz="789980" rtl="0" eaLnBrk="1" fontAlgn="base" hangingPunct="1">
        <a:spcBef>
          <a:spcPct val="0"/>
        </a:spcBef>
        <a:spcAft>
          <a:spcPct val="0"/>
        </a:spcAft>
        <a:buClr>
          <a:schemeClr val="tx2"/>
        </a:buClr>
        <a:buSzPct val="120000"/>
        <a:buFont typeface="Arial" charset="0"/>
        <a:buChar char="–"/>
        <a:defRPr sz="1412" baseline="0">
          <a:solidFill>
            <a:schemeClr val="tx1"/>
          </a:solidFill>
          <a:latin typeface="+mn-lt"/>
        </a:defRPr>
      </a:lvl3pPr>
      <a:lvl4pPr marL="542060" indent="-137267" algn="l" defTabSz="789980" rtl="0" eaLnBrk="1" fontAlgn="base" hangingPunct="1">
        <a:spcBef>
          <a:spcPct val="0"/>
        </a:spcBef>
        <a:spcAft>
          <a:spcPct val="0"/>
        </a:spcAft>
        <a:buClr>
          <a:schemeClr val="tx2"/>
        </a:buClr>
        <a:buSzPct val="120000"/>
        <a:buFont typeface="Arial" charset="0"/>
        <a:buChar char="▫"/>
        <a:defRPr sz="1412" baseline="0">
          <a:solidFill>
            <a:schemeClr val="tx1"/>
          </a:solidFill>
          <a:latin typeface="+mn-lt"/>
        </a:defRPr>
      </a:lvl4pPr>
      <a:lvl5pPr marL="661565" indent="-114857" algn="l" defTabSz="789980" rtl="0" eaLnBrk="1" fontAlgn="base" hangingPunct="1">
        <a:spcBef>
          <a:spcPct val="0"/>
        </a:spcBef>
        <a:spcAft>
          <a:spcPct val="0"/>
        </a:spcAft>
        <a:buClr>
          <a:schemeClr val="tx2"/>
        </a:buClr>
        <a:buSzPct val="89000"/>
        <a:buFont typeface="Arial" charset="0"/>
        <a:buChar char="-"/>
        <a:defRPr sz="1412" baseline="0">
          <a:solidFill>
            <a:schemeClr val="tx1"/>
          </a:solidFill>
          <a:latin typeface="+mn-lt"/>
        </a:defRPr>
      </a:lvl5pPr>
      <a:lvl6pPr marL="661565" indent="-114857" algn="l" defTabSz="789980" rtl="0" eaLnBrk="1" fontAlgn="base" hangingPunct="1">
        <a:spcBef>
          <a:spcPct val="0"/>
        </a:spcBef>
        <a:spcAft>
          <a:spcPct val="0"/>
        </a:spcAft>
        <a:buClr>
          <a:schemeClr val="tx2"/>
        </a:buClr>
        <a:buSzPct val="89000"/>
        <a:buFont typeface="Arial" charset="0"/>
        <a:buChar char="-"/>
        <a:defRPr sz="1412" baseline="0">
          <a:solidFill>
            <a:schemeClr val="tx1"/>
          </a:solidFill>
          <a:latin typeface="+mn-lt"/>
        </a:defRPr>
      </a:lvl6pPr>
      <a:lvl7pPr marL="661565" indent="-114857" algn="l" defTabSz="789980" rtl="0" eaLnBrk="1" fontAlgn="base" hangingPunct="1">
        <a:spcBef>
          <a:spcPct val="0"/>
        </a:spcBef>
        <a:spcAft>
          <a:spcPct val="0"/>
        </a:spcAft>
        <a:buClr>
          <a:schemeClr val="tx2"/>
        </a:buClr>
        <a:buSzPct val="89000"/>
        <a:buFont typeface="Arial" charset="0"/>
        <a:buChar char="-"/>
        <a:defRPr sz="1412" baseline="0">
          <a:solidFill>
            <a:schemeClr val="tx1"/>
          </a:solidFill>
          <a:latin typeface="+mn-lt"/>
        </a:defRPr>
      </a:lvl7pPr>
      <a:lvl8pPr marL="661565" indent="-114857" algn="l" defTabSz="789980" rtl="0" eaLnBrk="1" fontAlgn="base" hangingPunct="1">
        <a:spcBef>
          <a:spcPct val="0"/>
        </a:spcBef>
        <a:spcAft>
          <a:spcPct val="0"/>
        </a:spcAft>
        <a:buClr>
          <a:schemeClr val="tx2"/>
        </a:buClr>
        <a:buSzPct val="89000"/>
        <a:buFont typeface="Arial" charset="0"/>
        <a:buChar char="-"/>
        <a:defRPr sz="1412" baseline="0">
          <a:solidFill>
            <a:schemeClr val="tx1"/>
          </a:solidFill>
          <a:latin typeface="+mn-lt"/>
        </a:defRPr>
      </a:lvl8pPr>
      <a:lvl9pPr marL="661565" indent="-114857" algn="l" defTabSz="789980" rtl="0" eaLnBrk="1" fontAlgn="base" hangingPunct="1">
        <a:spcBef>
          <a:spcPct val="0"/>
        </a:spcBef>
        <a:spcAft>
          <a:spcPct val="0"/>
        </a:spcAft>
        <a:buClr>
          <a:schemeClr val="tx2"/>
        </a:buClr>
        <a:buSzPct val="89000"/>
        <a:buFont typeface="Arial" charset="0"/>
        <a:buChar char="-"/>
        <a:defRPr sz="1412" baseline="0">
          <a:solidFill>
            <a:schemeClr val="tx1"/>
          </a:solidFill>
          <a:latin typeface="+mn-lt"/>
        </a:defRPr>
      </a:lvl9pPr>
    </p:bodyStyle>
    <p:otherStyle>
      <a:defPPr>
        <a:defRPr lang="en-US"/>
      </a:defPPr>
      <a:lvl1pPr marL="0" algn="l" defTabSz="806786" rtl="0" eaLnBrk="1" latinLnBrk="0" hangingPunct="1">
        <a:defRPr sz="1588" kern="1200">
          <a:solidFill>
            <a:schemeClr val="tx1"/>
          </a:solidFill>
          <a:latin typeface="+mn-lt"/>
          <a:ea typeface="+mn-ea"/>
          <a:cs typeface="+mn-cs"/>
        </a:defRPr>
      </a:lvl1pPr>
      <a:lvl2pPr marL="403391" algn="l" defTabSz="806786" rtl="0" eaLnBrk="1" latinLnBrk="0" hangingPunct="1">
        <a:defRPr sz="1588" kern="1200">
          <a:solidFill>
            <a:schemeClr val="tx1"/>
          </a:solidFill>
          <a:latin typeface="+mn-lt"/>
          <a:ea typeface="+mn-ea"/>
          <a:cs typeface="+mn-cs"/>
        </a:defRPr>
      </a:lvl2pPr>
      <a:lvl3pPr marL="806786" algn="l" defTabSz="806786" rtl="0" eaLnBrk="1" latinLnBrk="0" hangingPunct="1">
        <a:defRPr sz="1588" kern="1200">
          <a:solidFill>
            <a:schemeClr val="tx1"/>
          </a:solidFill>
          <a:latin typeface="+mn-lt"/>
          <a:ea typeface="+mn-ea"/>
          <a:cs typeface="+mn-cs"/>
        </a:defRPr>
      </a:lvl3pPr>
      <a:lvl4pPr marL="1210179" algn="l" defTabSz="806786" rtl="0" eaLnBrk="1" latinLnBrk="0" hangingPunct="1">
        <a:defRPr sz="1588" kern="1200">
          <a:solidFill>
            <a:schemeClr val="tx1"/>
          </a:solidFill>
          <a:latin typeface="+mn-lt"/>
          <a:ea typeface="+mn-ea"/>
          <a:cs typeface="+mn-cs"/>
        </a:defRPr>
      </a:lvl4pPr>
      <a:lvl5pPr marL="1613573" algn="l" defTabSz="806786" rtl="0" eaLnBrk="1" latinLnBrk="0" hangingPunct="1">
        <a:defRPr sz="1588" kern="1200">
          <a:solidFill>
            <a:schemeClr val="tx1"/>
          </a:solidFill>
          <a:latin typeface="+mn-lt"/>
          <a:ea typeface="+mn-ea"/>
          <a:cs typeface="+mn-cs"/>
        </a:defRPr>
      </a:lvl5pPr>
      <a:lvl6pPr marL="2016966" algn="l" defTabSz="806786" rtl="0" eaLnBrk="1" latinLnBrk="0" hangingPunct="1">
        <a:defRPr sz="1588" kern="1200">
          <a:solidFill>
            <a:schemeClr val="tx1"/>
          </a:solidFill>
          <a:latin typeface="+mn-lt"/>
          <a:ea typeface="+mn-ea"/>
          <a:cs typeface="+mn-cs"/>
        </a:defRPr>
      </a:lvl6pPr>
      <a:lvl7pPr marL="2420357" algn="l" defTabSz="806786" rtl="0" eaLnBrk="1" latinLnBrk="0" hangingPunct="1">
        <a:defRPr sz="1588" kern="1200">
          <a:solidFill>
            <a:schemeClr val="tx1"/>
          </a:solidFill>
          <a:latin typeface="+mn-lt"/>
          <a:ea typeface="+mn-ea"/>
          <a:cs typeface="+mn-cs"/>
        </a:defRPr>
      </a:lvl7pPr>
      <a:lvl8pPr marL="2823751" algn="l" defTabSz="806786" rtl="0" eaLnBrk="1" latinLnBrk="0" hangingPunct="1">
        <a:defRPr sz="1588" kern="1200">
          <a:solidFill>
            <a:schemeClr val="tx1"/>
          </a:solidFill>
          <a:latin typeface="+mn-lt"/>
          <a:ea typeface="+mn-ea"/>
          <a:cs typeface="+mn-cs"/>
        </a:defRPr>
      </a:lvl8pPr>
      <a:lvl9pPr marL="3227143" algn="l" defTabSz="806786" rtl="0" eaLnBrk="1" latinLnBrk="0" hangingPunct="1">
        <a:defRPr sz="158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423" userDrawn="1">
          <p15:clr>
            <a:srgbClr val="F26B43"/>
          </p15:clr>
        </p15:guide>
        <p15:guide id="2" pos="1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8.jpeg"/><Relationship Id="rId1" Type="http://schemas.openxmlformats.org/officeDocument/2006/relationships/slideLayout" Target="../slideLayouts/slideLayout4.xml"/><Relationship Id="rId4" Type="http://schemas.openxmlformats.org/officeDocument/2006/relationships/image" Target="../media/image9.jpeg"/></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tags" Target="../tags/tag33.xml"/><Relationship Id="rId4" Type="http://schemas.openxmlformats.org/officeDocument/2006/relationships/image" Target="../media/image10.em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tags" Target="../tags/tag34.xml"/><Relationship Id="rId4" Type="http://schemas.openxmlformats.org/officeDocument/2006/relationships/image" Target="../media/image10.emf"/></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tags" Target="../tags/tag36.xml"/><Relationship Id="rId4" Type="http://schemas.openxmlformats.org/officeDocument/2006/relationships/image" Target="../media/image10.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tags" Target="../tags/tag37.xml"/><Relationship Id="rId4" Type="http://schemas.openxmlformats.org/officeDocument/2006/relationships/image" Target="../media/image10.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tags" Target="../tags/tag38.xml"/><Relationship Id="rId4" Type="http://schemas.openxmlformats.org/officeDocument/2006/relationships/image" Target="../media/image10.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D5309-8FA7-6FE6-A158-CC9D8D8C7D6F}"/>
            </a:ext>
          </a:extLst>
        </p:cNvPr>
        <p:cNvGrpSpPr/>
        <p:nvPr/>
      </p:nvGrpSpPr>
      <p:grpSpPr>
        <a:xfrm>
          <a:off x="0" y="0"/>
          <a:ext cx="0" cy="0"/>
          <a:chOff x="0" y="0"/>
          <a:chExt cx="0" cy="0"/>
        </a:xfrm>
      </p:grpSpPr>
      <p:pic>
        <p:nvPicPr>
          <p:cNvPr id="6" name="Picture Placeholder 8" descr="A aerial view of a field&#10;&#10;Description automatically generated">
            <a:extLst>
              <a:ext uri="{FF2B5EF4-FFF2-40B4-BE49-F238E27FC236}">
                <a16:creationId xmlns:a16="http://schemas.microsoft.com/office/drawing/2014/main" id="{C69D8FD1-AB92-2509-3541-64625C80CD92}"/>
              </a:ext>
            </a:extLst>
          </p:cNvPr>
          <p:cNvPicPr>
            <a:picLocks noGrp="1" noChangeAspect="1"/>
          </p:cNvPicPr>
          <p:nvPr>
            <p:ph type="pic" sz="quarter" idx="11"/>
          </p:nvPr>
        </p:nvPicPr>
        <p:blipFill>
          <a:blip r:embed="rId2"/>
          <a:srcRect l="9421" r="9421"/>
          <a:stretch>
            <a:fillRect/>
          </a:stretch>
        </p:blipFill>
        <p:spPr>
          <a:xfrm>
            <a:off x="0" y="0"/>
            <a:ext cx="6228480" cy="6857999"/>
          </a:xfrm>
        </p:spPr>
      </p:pic>
      <p:pic>
        <p:nvPicPr>
          <p:cNvPr id="10" name="Picture 7">
            <a:extLst>
              <a:ext uri="{FF2B5EF4-FFF2-40B4-BE49-F238E27FC236}">
                <a16:creationId xmlns:a16="http://schemas.microsoft.com/office/drawing/2014/main" id="{31063A22-8B56-0221-7D52-E526BD2280B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993374" y="6129519"/>
            <a:ext cx="1821852" cy="792964"/>
          </a:xfrm>
          <a:prstGeom prst="rect">
            <a:avLst/>
          </a:prstGeom>
        </p:spPr>
      </p:pic>
      <p:sp>
        <p:nvSpPr>
          <p:cNvPr id="2" name="ZoneTexte 1">
            <a:extLst>
              <a:ext uri="{FF2B5EF4-FFF2-40B4-BE49-F238E27FC236}">
                <a16:creationId xmlns:a16="http://schemas.microsoft.com/office/drawing/2014/main" id="{C980A3A6-7308-3816-1EB8-FB7994B9ADF8}"/>
              </a:ext>
            </a:extLst>
          </p:cNvPr>
          <p:cNvSpPr txBox="1"/>
          <p:nvPr/>
        </p:nvSpPr>
        <p:spPr>
          <a:xfrm>
            <a:off x="68120" y="6337008"/>
            <a:ext cx="5118139" cy="430887"/>
          </a:xfrm>
          <a:prstGeom prst="rect">
            <a:avLst/>
          </a:prstGeom>
          <a:noFill/>
        </p:spPr>
        <p:txBody>
          <a:bodyPr wrap="square" rtlCol="0">
            <a:spAutoFit/>
          </a:bodyPr>
          <a:lstStyle/>
          <a:p>
            <a:pPr algn="l" fontAlgn="auto">
              <a:spcBef>
                <a:spcPts val="0"/>
              </a:spcBef>
              <a:spcAft>
                <a:spcPts val="0"/>
              </a:spcAft>
              <a:buClrTx/>
              <a:defRPr/>
            </a:pPr>
            <a:r>
              <a:rPr lang="fr-FR" sz="1100" b="1" i="1" dirty="0">
                <a:solidFill>
                  <a:srgbClr val="FF0000"/>
                </a:solidFill>
                <a:latin typeface="Verdana" panose="020B0604030504040204" pitchFamily="34" charset="0"/>
                <a:ea typeface="Verdana" panose="020B0604030504040204" pitchFamily="34" charset="0"/>
              </a:rPr>
              <a:t>Ce document est strictement confidentiel et sa diffusion est restreinte à ses seuls destinataires</a:t>
            </a:r>
          </a:p>
        </p:txBody>
      </p:sp>
      <p:sp>
        <p:nvSpPr>
          <p:cNvPr id="3" name="Title 2">
            <a:extLst>
              <a:ext uri="{FF2B5EF4-FFF2-40B4-BE49-F238E27FC236}">
                <a16:creationId xmlns:a16="http://schemas.microsoft.com/office/drawing/2014/main" id="{2EA328E4-71FF-7EE6-56A6-63F9380E74DD}"/>
              </a:ext>
            </a:extLst>
          </p:cNvPr>
          <p:cNvSpPr txBox="1">
            <a:spLocks/>
          </p:cNvSpPr>
          <p:nvPr/>
        </p:nvSpPr>
        <p:spPr bwMode="gray">
          <a:xfrm>
            <a:off x="164249" y="2748358"/>
            <a:ext cx="4059408" cy="1477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defPPr>
              <a:defRPr lang="en-US"/>
            </a:defPPr>
            <a:lvl1pPr algn="ctr" rtl="0" fontAlgn="base">
              <a:spcBef>
                <a:spcPct val="0"/>
              </a:spcBef>
              <a:spcAft>
                <a:spcPct val="0"/>
              </a:spcAft>
              <a:buClr>
                <a:schemeClr val="tx2"/>
              </a:buClr>
              <a:defRPr sz="1093" kern="1200">
                <a:solidFill>
                  <a:schemeClr val="tx1"/>
                </a:solidFill>
                <a:latin typeface="Arial" charset="0"/>
                <a:ea typeface="+mn-ea"/>
                <a:cs typeface="+mn-cs"/>
              </a:defRPr>
            </a:lvl1pPr>
            <a:lvl2pPr marL="416429" algn="ctr" rtl="0" fontAlgn="base">
              <a:spcBef>
                <a:spcPct val="0"/>
              </a:spcBef>
              <a:spcAft>
                <a:spcPct val="0"/>
              </a:spcAft>
              <a:buClr>
                <a:schemeClr val="tx2"/>
              </a:buClr>
              <a:defRPr sz="1093" kern="1200">
                <a:solidFill>
                  <a:schemeClr val="tx1"/>
                </a:solidFill>
                <a:latin typeface="Arial" charset="0"/>
                <a:ea typeface="+mn-ea"/>
                <a:cs typeface="+mn-cs"/>
              </a:defRPr>
            </a:lvl2pPr>
            <a:lvl3pPr marL="832857" algn="ctr" rtl="0" fontAlgn="base">
              <a:spcBef>
                <a:spcPct val="0"/>
              </a:spcBef>
              <a:spcAft>
                <a:spcPct val="0"/>
              </a:spcAft>
              <a:buClr>
                <a:schemeClr val="tx2"/>
              </a:buClr>
              <a:defRPr sz="1093" kern="1200">
                <a:solidFill>
                  <a:schemeClr val="tx1"/>
                </a:solidFill>
                <a:latin typeface="Arial" charset="0"/>
                <a:ea typeface="+mn-ea"/>
                <a:cs typeface="+mn-cs"/>
              </a:defRPr>
            </a:lvl3pPr>
            <a:lvl4pPr marL="1249285" algn="ctr" rtl="0" fontAlgn="base">
              <a:spcBef>
                <a:spcPct val="0"/>
              </a:spcBef>
              <a:spcAft>
                <a:spcPct val="0"/>
              </a:spcAft>
              <a:buClr>
                <a:schemeClr val="tx2"/>
              </a:buClr>
              <a:defRPr sz="1093" kern="1200">
                <a:solidFill>
                  <a:schemeClr val="tx1"/>
                </a:solidFill>
                <a:latin typeface="Arial" charset="0"/>
                <a:ea typeface="+mn-ea"/>
                <a:cs typeface="+mn-cs"/>
              </a:defRPr>
            </a:lvl4pPr>
            <a:lvl5pPr marL="1665714" algn="ctr" rtl="0" fontAlgn="base">
              <a:spcBef>
                <a:spcPct val="0"/>
              </a:spcBef>
              <a:spcAft>
                <a:spcPct val="0"/>
              </a:spcAft>
              <a:buClr>
                <a:schemeClr val="tx2"/>
              </a:buClr>
              <a:defRPr sz="1093" kern="1200">
                <a:solidFill>
                  <a:schemeClr val="tx1"/>
                </a:solidFill>
                <a:latin typeface="Arial" charset="0"/>
                <a:ea typeface="+mn-ea"/>
                <a:cs typeface="+mn-cs"/>
              </a:defRPr>
            </a:lvl5pPr>
            <a:lvl6pPr marL="2082143" algn="l" defTabSz="832857" rtl="0" eaLnBrk="1" latinLnBrk="0" hangingPunct="1">
              <a:defRPr sz="1093" kern="1200">
                <a:solidFill>
                  <a:schemeClr val="tx1"/>
                </a:solidFill>
                <a:latin typeface="Arial" charset="0"/>
                <a:ea typeface="+mn-ea"/>
                <a:cs typeface="+mn-cs"/>
              </a:defRPr>
            </a:lvl6pPr>
            <a:lvl7pPr marL="2498572" algn="l" defTabSz="832857" rtl="0" eaLnBrk="1" latinLnBrk="0" hangingPunct="1">
              <a:defRPr sz="1093" kern="1200">
                <a:solidFill>
                  <a:schemeClr val="tx1"/>
                </a:solidFill>
                <a:latin typeface="Arial" charset="0"/>
                <a:ea typeface="+mn-ea"/>
                <a:cs typeface="+mn-cs"/>
              </a:defRPr>
            </a:lvl7pPr>
            <a:lvl8pPr marL="2915000" algn="l" defTabSz="832857" rtl="0" eaLnBrk="1" latinLnBrk="0" hangingPunct="1">
              <a:defRPr sz="1093" kern="1200">
                <a:solidFill>
                  <a:schemeClr val="tx1"/>
                </a:solidFill>
                <a:latin typeface="Arial" charset="0"/>
                <a:ea typeface="+mn-ea"/>
                <a:cs typeface="+mn-cs"/>
              </a:defRPr>
            </a:lvl8pPr>
            <a:lvl9pPr marL="3331429" algn="l" defTabSz="832857" rtl="0" eaLnBrk="1" latinLnBrk="0" hangingPunct="1">
              <a:defRPr sz="1093" kern="1200">
                <a:solidFill>
                  <a:schemeClr val="tx1"/>
                </a:solidFill>
                <a:latin typeface="Arial" charset="0"/>
                <a:ea typeface="+mn-ea"/>
                <a:cs typeface="+mn-cs"/>
              </a:defRPr>
            </a:lvl9pPr>
          </a:lstStyle>
          <a:p>
            <a:pPr algn="l">
              <a:buClrTx/>
            </a:pPr>
            <a:r>
              <a:rPr lang="fr-FR" sz="1600" b="1" dirty="0">
                <a:solidFill>
                  <a:schemeClr val="bg1"/>
                </a:solidFill>
                <a:latin typeface="Verdana" panose="020B0604030504040204" pitchFamily="34" charset="0"/>
                <a:ea typeface="Verdana" panose="020B0604030504040204" pitchFamily="34" charset="0"/>
                <a:cs typeface="Verdana" panose="020B0604030504040204" pitchFamily="34" charset="0"/>
              </a:rPr>
              <a:t>AUDIT INTERNE DE XXXX</a:t>
            </a:r>
          </a:p>
          <a:p>
            <a:pPr algn="l">
              <a:buClrTx/>
            </a:pPr>
            <a:endParaRPr lang="fr-FR" sz="2133" b="1" dirty="0">
              <a:solidFill>
                <a:schemeClr val="bg1"/>
              </a:solidFill>
              <a:latin typeface="Verdana" panose="020B0604030504040204" pitchFamily="34" charset="0"/>
              <a:ea typeface="Verdana" panose="020B0604030504040204" pitchFamily="34" charset="0"/>
              <a:cs typeface="Verdana" panose="020B0604030504040204" pitchFamily="34" charset="0"/>
            </a:endParaRPr>
          </a:p>
          <a:p>
            <a:pPr algn="l">
              <a:buClrTx/>
            </a:pPr>
            <a:endParaRPr lang="fr-FR" sz="2133" b="1" dirty="0">
              <a:solidFill>
                <a:schemeClr val="bg1"/>
              </a:solidFill>
              <a:latin typeface="Verdana" panose="020B0604030504040204" pitchFamily="34" charset="0"/>
              <a:ea typeface="Verdana" panose="020B0604030504040204" pitchFamily="34" charset="0"/>
              <a:cs typeface="Verdana" panose="020B0604030504040204" pitchFamily="34" charset="0"/>
            </a:endParaRPr>
          </a:p>
          <a:p>
            <a:pPr algn="l">
              <a:buClrTx/>
            </a:pPr>
            <a:r>
              <a:rPr lang="fr-FR" sz="1600" b="1" dirty="0">
                <a:solidFill>
                  <a:schemeClr val="bg1"/>
                </a:solidFill>
                <a:latin typeface="Verdana" panose="020B0604030504040204" pitchFamily="34" charset="0"/>
                <a:ea typeface="Verdana" panose="020B0604030504040204" pitchFamily="34" charset="0"/>
                <a:cs typeface="Verdana" panose="020B0604030504040204" pitchFamily="34" charset="0"/>
              </a:rPr>
              <a:t>RAPPORT N° SGR/MAI/XX/20XX</a:t>
            </a:r>
          </a:p>
          <a:p>
            <a:pPr algn="l">
              <a:buClrTx/>
            </a:pPr>
            <a:endParaRPr lang="fr-FR" sz="2133"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4" name="Document type">
            <a:extLst>
              <a:ext uri="{FF2B5EF4-FFF2-40B4-BE49-F238E27FC236}">
                <a16:creationId xmlns:a16="http://schemas.microsoft.com/office/drawing/2014/main" id="{F5B153C8-7EB4-1D92-E6E7-FE488FEE21B5}"/>
              </a:ext>
            </a:extLst>
          </p:cNvPr>
          <p:cNvSpPr txBox="1">
            <a:spLocks noChangeArrowheads="1"/>
          </p:cNvSpPr>
          <p:nvPr/>
        </p:nvSpPr>
        <p:spPr bwMode="gray">
          <a:xfrm>
            <a:off x="164249" y="5785239"/>
            <a:ext cx="31574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defPPr>
              <a:defRPr lang="en-US"/>
            </a:defPPr>
            <a:lvl1pPr algn="ctr" rtl="0" fontAlgn="base">
              <a:spcBef>
                <a:spcPct val="0"/>
              </a:spcBef>
              <a:spcAft>
                <a:spcPct val="0"/>
              </a:spcAft>
              <a:buClr>
                <a:schemeClr val="tx2"/>
              </a:buClr>
              <a:defRPr sz="1093" kern="1200">
                <a:solidFill>
                  <a:schemeClr val="tx1"/>
                </a:solidFill>
                <a:latin typeface="Arial" charset="0"/>
                <a:ea typeface="+mn-ea"/>
                <a:cs typeface="+mn-cs"/>
              </a:defRPr>
            </a:lvl1pPr>
            <a:lvl2pPr marL="416429" algn="ctr" rtl="0" fontAlgn="base">
              <a:spcBef>
                <a:spcPct val="0"/>
              </a:spcBef>
              <a:spcAft>
                <a:spcPct val="0"/>
              </a:spcAft>
              <a:buClr>
                <a:schemeClr val="tx2"/>
              </a:buClr>
              <a:defRPr sz="1093" kern="1200">
                <a:solidFill>
                  <a:schemeClr val="tx1"/>
                </a:solidFill>
                <a:latin typeface="Arial" charset="0"/>
                <a:ea typeface="+mn-ea"/>
                <a:cs typeface="+mn-cs"/>
              </a:defRPr>
            </a:lvl2pPr>
            <a:lvl3pPr marL="832857" algn="ctr" rtl="0" fontAlgn="base">
              <a:spcBef>
                <a:spcPct val="0"/>
              </a:spcBef>
              <a:spcAft>
                <a:spcPct val="0"/>
              </a:spcAft>
              <a:buClr>
                <a:schemeClr val="tx2"/>
              </a:buClr>
              <a:defRPr sz="1093" kern="1200">
                <a:solidFill>
                  <a:schemeClr val="tx1"/>
                </a:solidFill>
                <a:latin typeface="Arial" charset="0"/>
                <a:ea typeface="+mn-ea"/>
                <a:cs typeface="+mn-cs"/>
              </a:defRPr>
            </a:lvl3pPr>
            <a:lvl4pPr marL="1249285" algn="ctr" rtl="0" fontAlgn="base">
              <a:spcBef>
                <a:spcPct val="0"/>
              </a:spcBef>
              <a:spcAft>
                <a:spcPct val="0"/>
              </a:spcAft>
              <a:buClr>
                <a:schemeClr val="tx2"/>
              </a:buClr>
              <a:defRPr sz="1093" kern="1200">
                <a:solidFill>
                  <a:schemeClr val="tx1"/>
                </a:solidFill>
                <a:latin typeface="Arial" charset="0"/>
                <a:ea typeface="+mn-ea"/>
                <a:cs typeface="+mn-cs"/>
              </a:defRPr>
            </a:lvl4pPr>
            <a:lvl5pPr marL="1665714" algn="ctr" rtl="0" fontAlgn="base">
              <a:spcBef>
                <a:spcPct val="0"/>
              </a:spcBef>
              <a:spcAft>
                <a:spcPct val="0"/>
              </a:spcAft>
              <a:buClr>
                <a:schemeClr val="tx2"/>
              </a:buClr>
              <a:defRPr sz="1093" kern="1200">
                <a:solidFill>
                  <a:schemeClr val="tx1"/>
                </a:solidFill>
                <a:latin typeface="Arial" charset="0"/>
                <a:ea typeface="+mn-ea"/>
                <a:cs typeface="+mn-cs"/>
              </a:defRPr>
            </a:lvl5pPr>
            <a:lvl6pPr marL="2082143" algn="l" defTabSz="832857" rtl="0" eaLnBrk="1" latinLnBrk="0" hangingPunct="1">
              <a:defRPr sz="1093" kern="1200">
                <a:solidFill>
                  <a:schemeClr val="tx1"/>
                </a:solidFill>
                <a:latin typeface="Arial" charset="0"/>
                <a:ea typeface="+mn-ea"/>
                <a:cs typeface="+mn-cs"/>
              </a:defRPr>
            </a:lvl6pPr>
            <a:lvl7pPr marL="2498572" algn="l" defTabSz="832857" rtl="0" eaLnBrk="1" latinLnBrk="0" hangingPunct="1">
              <a:defRPr sz="1093" kern="1200">
                <a:solidFill>
                  <a:schemeClr val="tx1"/>
                </a:solidFill>
                <a:latin typeface="Arial" charset="0"/>
                <a:ea typeface="+mn-ea"/>
                <a:cs typeface="+mn-cs"/>
              </a:defRPr>
            </a:lvl7pPr>
            <a:lvl8pPr marL="2915000" algn="l" defTabSz="832857" rtl="0" eaLnBrk="1" latinLnBrk="0" hangingPunct="1">
              <a:defRPr sz="1093" kern="1200">
                <a:solidFill>
                  <a:schemeClr val="tx1"/>
                </a:solidFill>
                <a:latin typeface="Arial" charset="0"/>
                <a:ea typeface="+mn-ea"/>
                <a:cs typeface="+mn-cs"/>
              </a:defRPr>
            </a:lvl8pPr>
            <a:lvl9pPr marL="3331429" algn="l" defTabSz="832857" rtl="0" eaLnBrk="1" latinLnBrk="0" hangingPunct="1">
              <a:defRPr sz="1093" kern="1200">
                <a:solidFill>
                  <a:schemeClr val="tx1"/>
                </a:solidFill>
                <a:latin typeface="Arial" charset="0"/>
                <a:ea typeface="+mn-ea"/>
                <a:cs typeface="+mn-cs"/>
              </a:defRPr>
            </a:lvl9pPr>
          </a:lstStyle>
          <a:p>
            <a:pPr lvl="0" algn="l">
              <a:buClrTx/>
            </a:pPr>
            <a:r>
              <a:rPr lang="en-US" sz="1600" b="1" dirty="0">
                <a:solidFill>
                  <a:schemeClr val="bg1"/>
                </a:solidFill>
                <a:latin typeface="Verdana" panose="020B0604030504040204" pitchFamily="34" charset="0"/>
                <a:ea typeface="Verdana" panose="020B0604030504040204" pitchFamily="34" charset="0"/>
                <a:cs typeface="Verdana" panose="020B0604030504040204" pitchFamily="34" charset="0"/>
              </a:rPr>
              <a:t>AUDIT GROUPE</a:t>
            </a:r>
          </a:p>
          <a:p>
            <a:pPr algn="l">
              <a:buClr>
                <a:srgbClr val="298F16"/>
              </a:buClr>
            </a:pPr>
            <a:r>
              <a:rPr lang="en-US" sz="1400" kern="0" dirty="0" err="1">
                <a:solidFill>
                  <a:schemeClr val="bg1"/>
                </a:solidFill>
                <a:latin typeface="Verdana" panose="020B0604030504040204" pitchFamily="34" charset="0"/>
                <a:ea typeface="Verdana" panose="020B0604030504040204" pitchFamily="34" charset="0"/>
                <a:cs typeface="Verdana" panose="020B0604030504040204" pitchFamily="34" charset="0"/>
              </a:rPr>
              <a:t>Mois</a:t>
            </a:r>
            <a:r>
              <a:rPr lang="en-US" sz="1400" kern="0" dirty="0">
                <a:solidFill>
                  <a:schemeClr val="bg1"/>
                </a:solidFill>
                <a:latin typeface="Verdana" panose="020B0604030504040204" pitchFamily="34" charset="0"/>
                <a:ea typeface="Verdana" panose="020B0604030504040204" pitchFamily="34" charset="0"/>
                <a:cs typeface="Verdana" panose="020B0604030504040204" pitchFamily="34" charset="0"/>
              </a:rPr>
              <a:t> 202X</a:t>
            </a:r>
            <a:endParaRPr lang="fr-FR" sz="1100" kern="0"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pic>
        <p:nvPicPr>
          <p:cNvPr id="13" name="Picture 12" descr="A close-up of a green leaf&#10;&#10;AI-generated content may be incorrect.">
            <a:extLst>
              <a:ext uri="{FF2B5EF4-FFF2-40B4-BE49-F238E27FC236}">
                <a16:creationId xmlns:a16="http://schemas.microsoft.com/office/drawing/2014/main" id="{B62EA71E-D721-F3F9-2E4E-F088FEBD52D0}"/>
              </a:ext>
            </a:extLst>
          </p:cNvPr>
          <p:cNvPicPr>
            <a:picLocks noChangeAspect="1"/>
          </p:cNvPicPr>
          <p:nvPr/>
        </p:nvPicPr>
        <p:blipFill>
          <a:blip r:embed="rId4"/>
          <a:stretch>
            <a:fillRect/>
          </a:stretch>
        </p:blipFill>
        <p:spPr>
          <a:xfrm>
            <a:off x="4572000" y="1422400"/>
            <a:ext cx="4572000" cy="4076700"/>
          </a:xfrm>
          <a:prstGeom prst="rect">
            <a:avLst/>
          </a:prstGeom>
        </p:spPr>
      </p:pic>
    </p:spTree>
    <p:extLst>
      <p:ext uri="{BB962C8B-B14F-4D97-AF65-F5344CB8AC3E}">
        <p14:creationId xmlns:p14="http://schemas.microsoft.com/office/powerpoint/2010/main" val="8418135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t 4" hidden="1"/>
          <p:cNvGraphicFramePr>
            <a:graphicFrameLocks noChangeAspect="1"/>
          </p:cNvGraphicFramePr>
          <p:nvPr>
            <p:custDataLst>
              <p:tags r:id="rId1"/>
            </p:custDataLst>
            <p:extLst>
              <p:ext uri="{D42A27DB-BD31-4B8C-83A1-F6EECF244321}">
                <p14:modId xmlns:p14="http://schemas.microsoft.com/office/powerpoint/2010/main" val="5803945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92" imgH="595" progId="TCLayout.ActiveDocument.1">
                  <p:embed/>
                </p:oleObj>
              </mc:Choice>
              <mc:Fallback>
                <p:oleObj name="Diapositive think-cell" r:id="rId3" imgW="592" imgH="595" progId="TCLayout.ActiveDocument.1">
                  <p:embed/>
                  <p:pic>
                    <p:nvPicPr>
                      <p:cNvPr id="5" name="Objet 4"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Espace réservé du texte 7"/>
          <p:cNvSpPr txBox="1">
            <a:spLocks/>
          </p:cNvSpPr>
          <p:nvPr/>
        </p:nvSpPr>
        <p:spPr>
          <a:xfrm>
            <a:off x="229355" y="248091"/>
            <a:ext cx="8711992" cy="5275839"/>
          </a:xfrm>
          <a:prstGeom prst="rect">
            <a:avLst/>
          </a:prstGeom>
        </p:spPr>
        <p:txBody>
          <a:bodyPr anchor="t"/>
          <a:lstStyle>
            <a:lvl1pPr marL="0" indent="0" algn="l" defTabSz="592515" rtl="0" eaLnBrk="1" fontAlgn="base" hangingPunct="1">
              <a:spcBef>
                <a:spcPct val="0"/>
              </a:spcBef>
              <a:spcAft>
                <a:spcPct val="0"/>
              </a:spcAft>
              <a:buClr>
                <a:schemeClr val="tx2"/>
              </a:buClr>
              <a:buSzPct val="100000"/>
              <a:defRPr sz="1059" baseline="0">
                <a:solidFill>
                  <a:schemeClr val="tx1"/>
                </a:solidFill>
                <a:latin typeface="+mn-lt"/>
                <a:ea typeface="+mn-ea"/>
                <a:cs typeface="+mn-cs"/>
              </a:defRPr>
            </a:lvl1pPr>
            <a:lvl2pPr marL="128167" indent="-127118" algn="l" defTabSz="592515" rtl="0" eaLnBrk="1" fontAlgn="base" hangingPunct="1">
              <a:spcBef>
                <a:spcPct val="0"/>
              </a:spcBef>
              <a:spcAft>
                <a:spcPct val="0"/>
              </a:spcAft>
              <a:buClr>
                <a:schemeClr val="tx2"/>
              </a:buClr>
              <a:buSzPct val="125000"/>
              <a:buFont typeface="Arial" charset="0"/>
              <a:buChar char="▪"/>
              <a:defRPr sz="1059" baseline="0">
                <a:solidFill>
                  <a:schemeClr val="tx1"/>
                </a:solidFill>
                <a:latin typeface="+mn-lt"/>
              </a:defRPr>
            </a:lvl2pPr>
            <a:lvl3pPr marL="302559" indent="-173342" algn="l" defTabSz="592515" rtl="0" eaLnBrk="1" fontAlgn="base" hangingPunct="1">
              <a:spcBef>
                <a:spcPct val="0"/>
              </a:spcBef>
              <a:spcAft>
                <a:spcPct val="0"/>
              </a:spcAft>
              <a:buClr>
                <a:schemeClr val="tx2"/>
              </a:buClr>
              <a:buSzPct val="120000"/>
              <a:buFont typeface="Arial" charset="0"/>
              <a:buChar char="–"/>
              <a:defRPr sz="1059" baseline="0">
                <a:solidFill>
                  <a:schemeClr val="tx1"/>
                </a:solidFill>
                <a:latin typeface="+mn-lt"/>
              </a:defRPr>
            </a:lvl3pPr>
            <a:lvl4pPr marL="406565" indent="-102956" algn="l" defTabSz="592515" rtl="0" eaLnBrk="1" fontAlgn="base" hangingPunct="1">
              <a:spcBef>
                <a:spcPct val="0"/>
              </a:spcBef>
              <a:spcAft>
                <a:spcPct val="0"/>
              </a:spcAft>
              <a:buClr>
                <a:schemeClr val="tx2"/>
              </a:buClr>
              <a:buSzPct val="120000"/>
              <a:buFont typeface="Arial" charset="0"/>
              <a:buChar char="▫"/>
              <a:defRPr sz="1059" baseline="0">
                <a:solidFill>
                  <a:schemeClr val="tx1"/>
                </a:solidFill>
                <a:latin typeface="+mn-lt"/>
              </a:defRPr>
            </a:lvl4pPr>
            <a:lvl5pPr marL="496198" indent="-86146" algn="l" defTabSz="592515" rtl="0" eaLnBrk="1" fontAlgn="base" hangingPunct="1">
              <a:spcBef>
                <a:spcPct val="0"/>
              </a:spcBef>
              <a:spcAft>
                <a:spcPct val="0"/>
              </a:spcAft>
              <a:buClr>
                <a:schemeClr val="tx2"/>
              </a:buClr>
              <a:buSzPct val="89000"/>
              <a:buFont typeface="Arial" charset="0"/>
              <a:buChar char="-"/>
              <a:defRPr sz="1059" baseline="0">
                <a:solidFill>
                  <a:schemeClr val="tx1"/>
                </a:solidFill>
                <a:latin typeface="+mn-lt"/>
              </a:defRPr>
            </a:lvl5pPr>
            <a:lvl6pPr marL="496198" indent="-86146" algn="l" defTabSz="592515" rtl="0" eaLnBrk="1" fontAlgn="base" hangingPunct="1">
              <a:spcBef>
                <a:spcPct val="0"/>
              </a:spcBef>
              <a:spcAft>
                <a:spcPct val="0"/>
              </a:spcAft>
              <a:buClr>
                <a:schemeClr val="tx2"/>
              </a:buClr>
              <a:buSzPct val="89000"/>
              <a:buFont typeface="Arial" charset="0"/>
              <a:buChar char="-"/>
              <a:defRPr sz="1059" baseline="0">
                <a:solidFill>
                  <a:schemeClr val="tx1"/>
                </a:solidFill>
                <a:latin typeface="+mn-lt"/>
              </a:defRPr>
            </a:lvl6pPr>
            <a:lvl7pPr marL="496198" indent="-86146" algn="l" defTabSz="592515" rtl="0" eaLnBrk="1" fontAlgn="base" hangingPunct="1">
              <a:spcBef>
                <a:spcPct val="0"/>
              </a:spcBef>
              <a:spcAft>
                <a:spcPct val="0"/>
              </a:spcAft>
              <a:buClr>
                <a:schemeClr val="tx2"/>
              </a:buClr>
              <a:buSzPct val="89000"/>
              <a:buFont typeface="Arial" charset="0"/>
              <a:buChar char="-"/>
              <a:defRPr sz="1059" baseline="0">
                <a:solidFill>
                  <a:schemeClr val="tx1"/>
                </a:solidFill>
                <a:latin typeface="+mn-lt"/>
              </a:defRPr>
            </a:lvl7pPr>
            <a:lvl8pPr marL="496198" indent="-86146" algn="l" defTabSz="592515" rtl="0" eaLnBrk="1" fontAlgn="base" hangingPunct="1">
              <a:spcBef>
                <a:spcPct val="0"/>
              </a:spcBef>
              <a:spcAft>
                <a:spcPct val="0"/>
              </a:spcAft>
              <a:buClr>
                <a:schemeClr val="tx2"/>
              </a:buClr>
              <a:buSzPct val="89000"/>
              <a:buFont typeface="Arial" charset="0"/>
              <a:buChar char="-"/>
              <a:defRPr sz="1059" baseline="0">
                <a:solidFill>
                  <a:schemeClr val="tx1"/>
                </a:solidFill>
                <a:latin typeface="+mn-lt"/>
              </a:defRPr>
            </a:lvl8pPr>
            <a:lvl9pPr marL="496198" indent="-86146" algn="l" defTabSz="592515" rtl="0" eaLnBrk="1" fontAlgn="base" hangingPunct="1">
              <a:spcBef>
                <a:spcPct val="0"/>
              </a:spcBef>
              <a:spcAft>
                <a:spcPct val="0"/>
              </a:spcAft>
              <a:buClr>
                <a:schemeClr val="tx2"/>
              </a:buClr>
              <a:buSzPct val="89000"/>
              <a:buFont typeface="Arial" charset="0"/>
              <a:buChar char="-"/>
              <a:defRPr sz="1059" baseline="0">
                <a:solidFill>
                  <a:schemeClr val="tx1"/>
                </a:solidFill>
                <a:latin typeface="+mn-lt"/>
              </a:defRPr>
            </a:lvl9pPr>
          </a:lstStyle>
          <a:p>
            <a:pPr algn="just">
              <a:spcBef>
                <a:spcPts val="400"/>
              </a:spcBef>
              <a:spcAft>
                <a:spcPts val="400"/>
              </a:spcAft>
              <a:defRPr/>
            </a:pPr>
            <a:r>
              <a:rPr lang="fr-FR" sz="1400" b="1" kern="0" dirty="0">
                <a:solidFill>
                  <a:srgbClr val="007C30"/>
                </a:solidFill>
                <a:latin typeface="Verdana" panose="020B0604030504040204" pitchFamily="34" charset="0"/>
                <a:ea typeface="Verdana" panose="020B0604030504040204" pitchFamily="34" charset="0"/>
              </a:rPr>
              <a:t>DESTINATAIRES</a:t>
            </a:r>
          </a:p>
          <a:p>
            <a:pPr algn="just">
              <a:spcBef>
                <a:spcPts val="400"/>
              </a:spcBef>
              <a:spcAft>
                <a:spcPts val="400"/>
              </a:spcAft>
              <a:defRPr/>
            </a:pPr>
            <a:endParaRPr lang="fr-FR" sz="1400" b="1" kern="0" dirty="0">
              <a:solidFill>
                <a:srgbClr val="FF0000"/>
              </a:solidFill>
              <a:latin typeface="Verdana" panose="020B0604030504040204" pitchFamily="34" charset="0"/>
              <a:ea typeface="Verdana" panose="020B0604030504040204" pitchFamily="34" charset="0"/>
            </a:endParaRPr>
          </a:p>
          <a:p>
            <a:pPr marL="174392" lvl="2" indent="0" algn="just">
              <a:spcBef>
                <a:spcPts val="400"/>
              </a:spcBef>
              <a:spcAft>
                <a:spcPts val="400"/>
              </a:spcAft>
              <a:buClr>
                <a:srgbClr val="4E9C82"/>
              </a:buClr>
              <a:buSzPct val="100000"/>
              <a:buNone/>
              <a:defRPr/>
            </a:pPr>
            <a:endParaRPr lang="fr-FR" sz="1400" b="1" kern="0" dirty="0">
              <a:solidFill>
                <a:srgbClr val="4E9C82"/>
              </a:solidFill>
              <a:latin typeface="Verdana" panose="020B0604030504040204" pitchFamily="34" charset="0"/>
              <a:ea typeface="Verdana" panose="020B0604030504040204" pitchFamily="34" charset="0"/>
            </a:endParaRPr>
          </a:p>
          <a:p>
            <a:pPr marL="174392" lvl="2" indent="0" algn="just">
              <a:spcBef>
                <a:spcPts val="400"/>
              </a:spcBef>
              <a:spcAft>
                <a:spcPts val="400"/>
              </a:spcAft>
              <a:buClr>
                <a:srgbClr val="4E9C82"/>
              </a:buClr>
              <a:buSzPct val="100000"/>
              <a:buNone/>
              <a:defRPr/>
            </a:pPr>
            <a:endParaRPr lang="fr-FR" sz="1400" b="1" kern="0" dirty="0">
              <a:solidFill>
                <a:srgbClr val="4E9C82"/>
              </a:solidFill>
              <a:latin typeface="Verdana" panose="020B0604030504040204" pitchFamily="34" charset="0"/>
              <a:ea typeface="Verdana" panose="020B0604030504040204" pitchFamily="34" charset="0"/>
            </a:endParaRPr>
          </a:p>
          <a:p>
            <a:pPr marL="174392" lvl="2" indent="0" algn="just">
              <a:spcBef>
                <a:spcPts val="400"/>
              </a:spcBef>
              <a:spcAft>
                <a:spcPts val="400"/>
              </a:spcAft>
              <a:buClr>
                <a:srgbClr val="4E9C82"/>
              </a:buClr>
              <a:buSzPct val="100000"/>
              <a:buNone/>
              <a:defRPr/>
            </a:pPr>
            <a:endParaRPr lang="fr-FR" sz="1400" b="1" kern="0" dirty="0">
              <a:solidFill>
                <a:srgbClr val="4E9C82"/>
              </a:solidFill>
              <a:latin typeface="Verdana" panose="020B0604030504040204" pitchFamily="34" charset="0"/>
              <a:ea typeface="Verdana" panose="020B0604030504040204" pitchFamily="34" charset="0"/>
            </a:endParaRPr>
          </a:p>
          <a:p>
            <a:pPr algn="just">
              <a:spcBef>
                <a:spcPts val="400"/>
              </a:spcBef>
              <a:spcAft>
                <a:spcPts val="400"/>
              </a:spcAft>
              <a:defRPr/>
            </a:pPr>
            <a:endParaRPr lang="fr-FR" sz="400" b="1" kern="0" dirty="0">
              <a:solidFill>
                <a:srgbClr val="007C30"/>
              </a:solidFill>
              <a:latin typeface="Verdana" panose="020B0604030504040204" pitchFamily="34" charset="0"/>
              <a:ea typeface="Verdana" panose="020B0604030504040204" pitchFamily="34" charset="0"/>
            </a:endParaRPr>
          </a:p>
          <a:p>
            <a:pPr algn="just">
              <a:spcBef>
                <a:spcPts val="400"/>
              </a:spcBef>
              <a:spcAft>
                <a:spcPts val="400"/>
              </a:spcAft>
              <a:defRPr/>
            </a:pPr>
            <a:endParaRPr lang="fr-FR" sz="1400" b="1" kern="0" dirty="0">
              <a:solidFill>
                <a:srgbClr val="007C30"/>
              </a:solidFill>
              <a:latin typeface="Verdana" panose="020B0604030504040204" pitchFamily="34" charset="0"/>
              <a:ea typeface="Verdana" panose="020B0604030504040204" pitchFamily="34" charset="0"/>
            </a:endParaRPr>
          </a:p>
          <a:p>
            <a:pPr algn="just">
              <a:spcBef>
                <a:spcPts val="400"/>
              </a:spcBef>
              <a:spcAft>
                <a:spcPts val="400"/>
              </a:spcAft>
              <a:defRPr/>
            </a:pPr>
            <a:r>
              <a:rPr lang="fr-FR" sz="1400" b="1" kern="0" dirty="0">
                <a:solidFill>
                  <a:srgbClr val="007C30"/>
                </a:solidFill>
                <a:latin typeface="Verdana" panose="020B0604030504040204" pitchFamily="34" charset="0"/>
                <a:ea typeface="Verdana" panose="020B0604030504040204" pitchFamily="34" charset="0"/>
              </a:rPr>
              <a:t>ÉQUIPE D’AUDIT</a:t>
            </a:r>
          </a:p>
          <a:p>
            <a:pPr algn="just">
              <a:spcBef>
                <a:spcPts val="400"/>
              </a:spcBef>
              <a:spcAft>
                <a:spcPts val="400"/>
              </a:spcAft>
              <a:defRPr/>
            </a:pPr>
            <a:endParaRPr lang="fr-FR" sz="100" b="1" kern="0" dirty="0">
              <a:solidFill>
                <a:srgbClr val="007C30"/>
              </a:solidFill>
              <a:latin typeface="Verdana" panose="020B0604030504040204" pitchFamily="34" charset="0"/>
              <a:ea typeface="Verdana" panose="020B0604030504040204" pitchFamily="34" charset="0"/>
            </a:endParaRPr>
          </a:p>
          <a:p>
            <a:pPr marL="646931" lvl="3" indent="-192088" algn="just">
              <a:spcBef>
                <a:spcPts val="600"/>
              </a:spcBef>
              <a:spcAft>
                <a:spcPts val="600"/>
              </a:spcAft>
              <a:buSzPct val="100000"/>
              <a:buFont typeface="Calibri" panose="020F0502020204030204" pitchFamily="34" charset="0"/>
              <a:buChar char="‒"/>
              <a:defRPr/>
            </a:pPr>
            <a:r>
              <a:rPr lang="fr-FR" sz="1200" dirty="0">
                <a:latin typeface="Verdana" panose="020B0604030504040204" pitchFamily="34" charset="0"/>
                <a:ea typeface="Verdana" panose="020B0604030504040204" pitchFamily="34" charset="0"/>
              </a:rPr>
              <a:t>M./Mme </a:t>
            </a:r>
            <a:r>
              <a:rPr lang="fr-FR" sz="1200" kern="0" dirty="0">
                <a:latin typeface="Verdana" panose="020B0604030504040204" pitchFamily="34" charset="0"/>
                <a:ea typeface="Verdana" panose="020B0604030504040204" pitchFamily="34" charset="0"/>
              </a:rPr>
              <a:t>XXXXX, Superviseur </a:t>
            </a:r>
          </a:p>
          <a:p>
            <a:pPr marL="646931" lvl="3" indent="-192088" algn="just">
              <a:spcBef>
                <a:spcPts val="600"/>
              </a:spcBef>
              <a:spcAft>
                <a:spcPts val="600"/>
              </a:spcAft>
              <a:buSzPct val="100000"/>
              <a:buFont typeface="Calibri" panose="020F0502020204030204" pitchFamily="34" charset="0"/>
              <a:buChar char="‒"/>
              <a:defRPr/>
            </a:pPr>
            <a:r>
              <a:rPr lang="fr-FR" sz="1200" dirty="0">
                <a:latin typeface="Verdana" panose="020B0604030504040204" pitchFamily="34" charset="0"/>
                <a:ea typeface="Verdana" panose="020B0604030504040204" pitchFamily="34" charset="0"/>
              </a:rPr>
              <a:t>M./Mme </a:t>
            </a:r>
            <a:r>
              <a:rPr lang="fr-FR" sz="1200" kern="0" dirty="0">
                <a:latin typeface="Verdana" panose="020B0604030504040204" pitchFamily="34" charset="0"/>
                <a:ea typeface="Verdana" panose="020B0604030504040204" pitchFamily="34" charset="0"/>
              </a:rPr>
              <a:t>XXXXXXX, Coordinateur de la mission</a:t>
            </a:r>
          </a:p>
          <a:p>
            <a:pPr marL="646931" lvl="3" indent="-192088" algn="just">
              <a:spcBef>
                <a:spcPts val="600"/>
              </a:spcBef>
              <a:spcAft>
                <a:spcPts val="600"/>
              </a:spcAft>
              <a:buSzPct val="100000"/>
              <a:buFont typeface="Calibri" panose="020F0502020204030204" pitchFamily="34" charset="0"/>
              <a:buChar char="‒"/>
              <a:defRPr/>
            </a:pPr>
            <a:r>
              <a:rPr lang="fr-FR" sz="1200" dirty="0">
                <a:latin typeface="Verdana" panose="020B0604030504040204" pitchFamily="34" charset="0"/>
                <a:ea typeface="Verdana" panose="020B0604030504040204" pitchFamily="34" charset="0"/>
              </a:rPr>
              <a:t>M./Mme </a:t>
            </a:r>
            <a:r>
              <a:rPr lang="fr-FR" sz="1200" kern="0" dirty="0">
                <a:latin typeface="Verdana" panose="020B0604030504040204" pitchFamily="34" charset="0"/>
                <a:ea typeface="Verdana" panose="020B0604030504040204" pitchFamily="34" charset="0"/>
              </a:rPr>
              <a:t>XXXXX </a:t>
            </a:r>
          </a:p>
          <a:p>
            <a:pPr marL="361950" lvl="1" indent="0" algn="just">
              <a:spcBef>
                <a:spcPts val="400"/>
              </a:spcBef>
              <a:spcAft>
                <a:spcPts val="400"/>
              </a:spcAft>
              <a:buClr>
                <a:srgbClr val="4E9C82"/>
              </a:buClr>
              <a:buSzPct val="100000"/>
              <a:buNone/>
              <a:defRPr/>
            </a:pPr>
            <a:endParaRPr lang="fr-FR" sz="1200" kern="0" dirty="0">
              <a:latin typeface="Verdana" panose="020B0604030504040204" pitchFamily="34" charset="0"/>
              <a:ea typeface="Verdana" panose="020B0604030504040204" pitchFamily="34" charset="0"/>
            </a:endParaRPr>
          </a:p>
          <a:p>
            <a:pPr marL="361950" lvl="1" indent="0" algn="just">
              <a:spcBef>
                <a:spcPts val="400"/>
              </a:spcBef>
              <a:spcAft>
                <a:spcPts val="400"/>
              </a:spcAft>
              <a:buClr>
                <a:srgbClr val="4E9C82"/>
              </a:buClr>
              <a:buSzPct val="100000"/>
              <a:buNone/>
              <a:defRPr/>
            </a:pPr>
            <a:endParaRPr lang="fr-FR" sz="1200" kern="0" dirty="0">
              <a:latin typeface="Verdana" panose="020B0604030504040204" pitchFamily="34" charset="0"/>
              <a:ea typeface="Verdana" panose="020B0604030504040204" pitchFamily="34" charset="0"/>
            </a:endParaRPr>
          </a:p>
        </p:txBody>
      </p:sp>
      <p:graphicFrame>
        <p:nvGraphicFramePr>
          <p:cNvPr id="8" name="Tableau 7"/>
          <p:cNvGraphicFramePr>
            <a:graphicFrameLocks noGrp="1"/>
          </p:cNvGraphicFramePr>
          <p:nvPr>
            <p:extLst>
              <p:ext uri="{D42A27DB-BD31-4B8C-83A1-F6EECF244321}">
                <p14:modId xmlns:p14="http://schemas.microsoft.com/office/powerpoint/2010/main" val="2639333451"/>
              </p:ext>
            </p:extLst>
          </p:nvPr>
        </p:nvGraphicFramePr>
        <p:xfrm>
          <a:off x="866775" y="647357"/>
          <a:ext cx="6096000" cy="1224000"/>
        </p:xfrm>
        <a:graphic>
          <a:graphicData uri="http://schemas.openxmlformats.org/drawingml/2006/table">
            <a:tbl>
              <a:tblPr firstRow="1" bandRow="1">
                <a:tableStyleId>{5C22544A-7EE6-4342-B048-85BDC9FD1C3A}</a:tableStyleId>
              </a:tblPr>
              <a:tblGrid>
                <a:gridCol w="2762250">
                  <a:extLst>
                    <a:ext uri="{9D8B030D-6E8A-4147-A177-3AD203B41FA5}">
                      <a16:colId xmlns:a16="http://schemas.microsoft.com/office/drawing/2014/main" val="2593976852"/>
                    </a:ext>
                  </a:extLst>
                </a:gridCol>
                <a:gridCol w="3333750">
                  <a:extLst>
                    <a:ext uri="{9D8B030D-6E8A-4147-A177-3AD203B41FA5}">
                      <a16:colId xmlns:a16="http://schemas.microsoft.com/office/drawing/2014/main" val="3038144209"/>
                    </a:ext>
                  </a:extLst>
                </a:gridCol>
              </a:tblGrid>
              <a:tr h="306000">
                <a:tc>
                  <a:txBody>
                    <a:bodyPr/>
                    <a:lstStyle/>
                    <a:p>
                      <a:r>
                        <a:rPr lang="fr-FR" sz="1200" b="0" dirty="0">
                          <a:solidFill>
                            <a:schemeClr val="tx1"/>
                          </a:solidFill>
                          <a:latin typeface="Verdana" panose="020B0604030504040204" pitchFamily="34" charset="0"/>
                          <a:ea typeface="Verdana" panose="020B0604030504040204" pitchFamily="34" charset="0"/>
                        </a:rPr>
                        <a:t>Direction</a:t>
                      </a:r>
                      <a:r>
                        <a:rPr lang="fr-FR" sz="1200" b="0" baseline="0" dirty="0">
                          <a:solidFill>
                            <a:schemeClr val="tx1"/>
                          </a:solidFill>
                          <a:latin typeface="Verdana" panose="020B0604030504040204" pitchFamily="34" charset="0"/>
                          <a:ea typeface="Verdana" panose="020B0604030504040204" pitchFamily="34" charset="0"/>
                        </a:rPr>
                        <a:t> Générale</a:t>
                      </a:r>
                      <a:endParaRPr lang="fr-FR" sz="1200" b="0" dirty="0">
                        <a:solidFill>
                          <a:schemeClr val="tx1"/>
                        </a:solidFill>
                        <a:latin typeface="Verdana" panose="020B0604030504040204" pitchFamily="34" charset="0"/>
                        <a:ea typeface="Verdana" panose="020B0604030504040204" pitchFamily="34" charset="0"/>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endParaRPr lang="fr-FR" sz="1200" b="0">
                        <a:latin typeface="Verdana" panose="020B0604030504040204" pitchFamily="34" charset="0"/>
                        <a:ea typeface="Verdana" panose="020B0604030504040204" pitchFamily="34" charset="0"/>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35033600"/>
                  </a:ext>
                </a:extLst>
              </a:tr>
              <a:tr h="306000">
                <a:tc>
                  <a:txBody>
                    <a:bodyPr/>
                    <a:lstStyle/>
                    <a:p>
                      <a:r>
                        <a:rPr lang="fr-FR" sz="1200" b="0" dirty="0">
                          <a:latin typeface="Verdana" panose="020B0604030504040204" pitchFamily="34" charset="0"/>
                          <a:ea typeface="Verdana" panose="020B0604030504040204" pitchFamily="34" charset="0"/>
                        </a:rPr>
                        <a:t>M./Mme XXX</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fr-FR" sz="1200" b="0" dirty="0">
                          <a:latin typeface="Verdana" panose="020B0604030504040204" pitchFamily="34" charset="0"/>
                          <a:ea typeface="Verdana" panose="020B0604030504040204" pitchFamily="34" charset="0"/>
                        </a:rPr>
                        <a:t>[fonction]</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322002037"/>
                  </a:ext>
                </a:extLst>
              </a:tr>
              <a:tr h="306000">
                <a:tc>
                  <a:txBody>
                    <a:bodyPr/>
                    <a:lstStyle/>
                    <a:p>
                      <a:r>
                        <a:rPr lang="fr-FR" sz="1200" b="0" dirty="0">
                          <a:latin typeface="Verdana" panose="020B0604030504040204" pitchFamily="34" charset="0"/>
                          <a:ea typeface="Verdana" panose="020B0604030504040204" pitchFamily="34" charset="0"/>
                        </a:rPr>
                        <a:t>M./Mme XXX</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806786" rtl="0" eaLnBrk="1" fontAlgn="auto" latinLnBrk="0" hangingPunct="1">
                        <a:lnSpc>
                          <a:spcPct val="100000"/>
                        </a:lnSpc>
                        <a:spcBef>
                          <a:spcPts val="0"/>
                        </a:spcBef>
                        <a:spcAft>
                          <a:spcPts val="0"/>
                        </a:spcAft>
                        <a:buClrTx/>
                        <a:buSzTx/>
                        <a:buFontTx/>
                        <a:buNone/>
                        <a:tabLst/>
                        <a:defRPr/>
                      </a:pPr>
                      <a:r>
                        <a:rPr lang="fr-FR" sz="1200" b="0" dirty="0">
                          <a:latin typeface="Verdana" panose="020B0604030504040204" pitchFamily="34" charset="0"/>
                          <a:ea typeface="Verdana" panose="020B0604030504040204" pitchFamily="34" charset="0"/>
                        </a:rPr>
                        <a:t>[fonction]</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75848534"/>
                  </a:ext>
                </a:extLst>
              </a:tr>
              <a:tr h="306000">
                <a:tc>
                  <a:txBody>
                    <a:bodyPr/>
                    <a:lstStyle/>
                    <a:p>
                      <a:r>
                        <a:rPr lang="fr-FR" sz="1200" b="0" dirty="0">
                          <a:latin typeface="Verdana" panose="020B0604030504040204" pitchFamily="34" charset="0"/>
                          <a:ea typeface="Verdana" panose="020B0604030504040204" pitchFamily="34" charset="0"/>
                        </a:rPr>
                        <a:t>M./Mme XXX</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806786" rtl="0" eaLnBrk="1" fontAlgn="auto" latinLnBrk="0" hangingPunct="1">
                        <a:lnSpc>
                          <a:spcPct val="100000"/>
                        </a:lnSpc>
                        <a:spcBef>
                          <a:spcPts val="0"/>
                        </a:spcBef>
                        <a:spcAft>
                          <a:spcPts val="0"/>
                        </a:spcAft>
                        <a:buClrTx/>
                        <a:buSzTx/>
                        <a:buFontTx/>
                        <a:buNone/>
                        <a:tabLst/>
                        <a:defRPr/>
                      </a:pPr>
                      <a:r>
                        <a:rPr lang="fr-FR" sz="1200" b="0" dirty="0">
                          <a:latin typeface="Verdana" panose="020B0604030504040204" pitchFamily="34" charset="0"/>
                          <a:ea typeface="Verdana" panose="020B0604030504040204" pitchFamily="34" charset="0"/>
                        </a:rPr>
                        <a:t>[fonction]</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47384394"/>
                  </a:ext>
                </a:extLst>
              </a:tr>
            </a:tbl>
          </a:graphicData>
        </a:graphic>
      </p:graphicFrame>
      <p:sp>
        <p:nvSpPr>
          <p:cNvPr id="10" name="ZoneTexte 9"/>
          <p:cNvSpPr txBox="1"/>
          <p:nvPr/>
        </p:nvSpPr>
        <p:spPr>
          <a:xfrm>
            <a:off x="6010109" y="3719652"/>
            <a:ext cx="2638863" cy="276999"/>
          </a:xfrm>
          <a:prstGeom prst="rect">
            <a:avLst/>
          </a:prstGeom>
          <a:noFill/>
        </p:spPr>
        <p:txBody>
          <a:bodyPr wrap="none" rtlCol="0">
            <a:spAutoFit/>
          </a:bodyPr>
          <a:lstStyle/>
          <a:p>
            <a:r>
              <a:rPr lang="fr-FR" sz="1200" b="1" dirty="0">
                <a:latin typeface="Verdana" panose="020B0604030504040204" pitchFamily="34" charset="0"/>
                <a:ea typeface="Verdana" panose="020B0604030504040204" pitchFamily="34" charset="0"/>
              </a:rPr>
              <a:t>Vice-Président Audit Groupe</a:t>
            </a:r>
          </a:p>
        </p:txBody>
      </p:sp>
      <p:sp>
        <p:nvSpPr>
          <p:cNvPr id="12" name="ZoneTexte 11"/>
          <p:cNvSpPr txBox="1"/>
          <p:nvPr/>
        </p:nvSpPr>
        <p:spPr>
          <a:xfrm>
            <a:off x="4330776" y="4475511"/>
            <a:ext cx="1633100" cy="289441"/>
          </a:xfrm>
          <a:prstGeom prst="wedgeRoundRectCallout">
            <a:avLst>
              <a:gd name="adj1" fmla="val 92111"/>
              <a:gd name="adj2" fmla="val -38699"/>
              <a:gd name="adj3" fmla="val 16667"/>
            </a:avLst>
          </a:prstGeom>
          <a:solidFill>
            <a:schemeClr val="bg1">
              <a:lumMod val="95000"/>
            </a:schemeClr>
          </a:solidFill>
          <a:ln>
            <a:solidFill>
              <a:schemeClr val="bg1">
                <a:lumMod val="50000"/>
              </a:schemeClr>
            </a:solidFill>
          </a:ln>
        </p:spPr>
        <p:txBody>
          <a:bodyPr wrap="square" lIns="0" rIns="0" rtlCol="0">
            <a:spAutoFit/>
          </a:bodyPr>
          <a:lstStyle/>
          <a:p>
            <a:r>
              <a:rPr lang="fr-FR" sz="1100" b="1" dirty="0">
                <a:latin typeface="Verdana" panose="020B0604030504040204" pitchFamily="34" charset="0"/>
                <a:ea typeface="Verdana" panose="020B0604030504040204" pitchFamily="34" charset="0"/>
              </a:rPr>
              <a:t>Signature du RAI</a:t>
            </a:r>
          </a:p>
        </p:txBody>
      </p:sp>
      <p:sp>
        <p:nvSpPr>
          <p:cNvPr id="2" name="Rectangle 1"/>
          <p:cNvSpPr/>
          <p:nvPr/>
        </p:nvSpPr>
        <p:spPr>
          <a:xfrm>
            <a:off x="420710" y="5732058"/>
            <a:ext cx="8382096" cy="491320"/>
          </a:xfrm>
          <a:prstGeom prst="rect">
            <a:avLst/>
          </a:prstGeom>
          <a:solidFill>
            <a:srgbClr val="78BCA5"/>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25475"/>
            <a:r>
              <a:rPr lang="fr-FR" sz="1200" b="1" dirty="0">
                <a:solidFill>
                  <a:schemeClr val="tx1"/>
                </a:solidFill>
                <a:latin typeface="Verdana" panose="020B0604030504040204" pitchFamily="34" charset="0"/>
                <a:ea typeface="Verdana" panose="020B0604030504040204" pitchFamily="34" charset="0"/>
              </a:rPr>
              <a:t>CETTE MISSION A ÉTÉ CONDUITE CONFORMÉMENT AUX NORMES INTERNATIONALES POUR LA PRATIQUE PROFESSIONNELLE DE L’AUDIT INTERNE</a:t>
            </a:r>
          </a:p>
        </p:txBody>
      </p:sp>
      <p:sp>
        <p:nvSpPr>
          <p:cNvPr id="3" name="Chevron 2"/>
          <p:cNvSpPr/>
          <p:nvPr/>
        </p:nvSpPr>
        <p:spPr>
          <a:xfrm>
            <a:off x="936575" y="5831089"/>
            <a:ext cx="230452" cy="293258"/>
          </a:xfrm>
          <a:prstGeom prst="chevron">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err="1">
              <a:solidFill>
                <a:schemeClr val="tx1"/>
              </a:solidFill>
            </a:endParaRPr>
          </a:p>
        </p:txBody>
      </p:sp>
      <p:sp>
        <p:nvSpPr>
          <p:cNvPr id="13" name="Chevron 12"/>
          <p:cNvSpPr/>
          <p:nvPr/>
        </p:nvSpPr>
        <p:spPr>
          <a:xfrm>
            <a:off x="730473" y="5831089"/>
            <a:ext cx="230452" cy="293258"/>
          </a:xfrm>
          <a:prstGeom prst="chevron">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err="1">
              <a:solidFill>
                <a:schemeClr val="tx1"/>
              </a:solidFill>
            </a:endParaRPr>
          </a:p>
        </p:txBody>
      </p:sp>
      <p:sp>
        <p:nvSpPr>
          <p:cNvPr id="15" name="Chevron 14"/>
          <p:cNvSpPr/>
          <p:nvPr/>
        </p:nvSpPr>
        <p:spPr>
          <a:xfrm>
            <a:off x="524371" y="5831089"/>
            <a:ext cx="230452" cy="293258"/>
          </a:xfrm>
          <a:prstGeom prst="chevron">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err="1">
              <a:solidFill>
                <a:schemeClr val="tx1"/>
              </a:solidFill>
            </a:endParaRPr>
          </a:p>
        </p:txBody>
      </p:sp>
    </p:spTree>
    <p:extLst>
      <p:ext uri="{BB962C8B-B14F-4D97-AF65-F5344CB8AC3E}">
        <p14:creationId xmlns:p14="http://schemas.microsoft.com/office/powerpoint/2010/main" val="2995326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texte 7"/>
          <p:cNvSpPr txBox="1">
            <a:spLocks/>
          </p:cNvSpPr>
          <p:nvPr/>
        </p:nvSpPr>
        <p:spPr>
          <a:xfrm>
            <a:off x="162000" y="906769"/>
            <a:ext cx="8820000" cy="5044458"/>
          </a:xfrm>
          <a:prstGeom prst="rect">
            <a:avLst/>
          </a:prstGeom>
        </p:spPr>
        <p:txBody>
          <a:bodyPr anchor="ctr">
            <a:spAutoFit/>
          </a:bodyPr>
          <a:lstStyle>
            <a:lvl1pPr marL="0" indent="0" algn="l" defTabSz="592515" rtl="0" eaLnBrk="1" fontAlgn="base" hangingPunct="1">
              <a:spcBef>
                <a:spcPct val="0"/>
              </a:spcBef>
              <a:spcAft>
                <a:spcPct val="0"/>
              </a:spcAft>
              <a:buClr>
                <a:schemeClr val="tx2"/>
              </a:buClr>
              <a:buSzPct val="100000"/>
              <a:defRPr sz="1059" baseline="0">
                <a:solidFill>
                  <a:schemeClr val="tx1"/>
                </a:solidFill>
                <a:latin typeface="+mn-lt"/>
                <a:ea typeface="+mn-ea"/>
                <a:cs typeface="+mn-cs"/>
              </a:defRPr>
            </a:lvl1pPr>
            <a:lvl2pPr marL="128167" indent="-127118" algn="l" defTabSz="592515" rtl="0" eaLnBrk="1" fontAlgn="base" hangingPunct="1">
              <a:spcBef>
                <a:spcPct val="0"/>
              </a:spcBef>
              <a:spcAft>
                <a:spcPct val="0"/>
              </a:spcAft>
              <a:buClr>
                <a:schemeClr val="tx2"/>
              </a:buClr>
              <a:buSzPct val="125000"/>
              <a:buFont typeface="Arial" charset="0"/>
              <a:buChar char="▪"/>
              <a:defRPr sz="1059" baseline="0">
                <a:solidFill>
                  <a:schemeClr val="tx1"/>
                </a:solidFill>
                <a:latin typeface="+mn-lt"/>
              </a:defRPr>
            </a:lvl2pPr>
            <a:lvl3pPr marL="302559" indent="-173342" algn="l" defTabSz="592515" rtl="0" eaLnBrk="1" fontAlgn="base" hangingPunct="1">
              <a:spcBef>
                <a:spcPct val="0"/>
              </a:spcBef>
              <a:spcAft>
                <a:spcPct val="0"/>
              </a:spcAft>
              <a:buClr>
                <a:schemeClr val="tx2"/>
              </a:buClr>
              <a:buSzPct val="120000"/>
              <a:buFont typeface="Arial" charset="0"/>
              <a:buChar char="–"/>
              <a:defRPr sz="1059" baseline="0">
                <a:solidFill>
                  <a:schemeClr val="tx1"/>
                </a:solidFill>
                <a:latin typeface="+mn-lt"/>
              </a:defRPr>
            </a:lvl3pPr>
            <a:lvl4pPr marL="406565" indent="-102956" algn="l" defTabSz="592515" rtl="0" eaLnBrk="1" fontAlgn="base" hangingPunct="1">
              <a:spcBef>
                <a:spcPct val="0"/>
              </a:spcBef>
              <a:spcAft>
                <a:spcPct val="0"/>
              </a:spcAft>
              <a:buClr>
                <a:schemeClr val="tx2"/>
              </a:buClr>
              <a:buSzPct val="120000"/>
              <a:buFont typeface="Arial" charset="0"/>
              <a:buChar char="▫"/>
              <a:defRPr sz="1059" baseline="0">
                <a:solidFill>
                  <a:schemeClr val="tx1"/>
                </a:solidFill>
                <a:latin typeface="+mn-lt"/>
              </a:defRPr>
            </a:lvl4pPr>
            <a:lvl5pPr marL="496198" indent="-86146" algn="l" defTabSz="592515" rtl="0" eaLnBrk="1" fontAlgn="base" hangingPunct="1">
              <a:spcBef>
                <a:spcPct val="0"/>
              </a:spcBef>
              <a:spcAft>
                <a:spcPct val="0"/>
              </a:spcAft>
              <a:buClr>
                <a:schemeClr val="tx2"/>
              </a:buClr>
              <a:buSzPct val="89000"/>
              <a:buFont typeface="Arial" charset="0"/>
              <a:buChar char="-"/>
              <a:defRPr sz="1059" baseline="0">
                <a:solidFill>
                  <a:schemeClr val="tx1"/>
                </a:solidFill>
                <a:latin typeface="+mn-lt"/>
              </a:defRPr>
            </a:lvl5pPr>
            <a:lvl6pPr marL="496198" indent="-86146" algn="l" defTabSz="592515" rtl="0" eaLnBrk="1" fontAlgn="base" hangingPunct="1">
              <a:spcBef>
                <a:spcPct val="0"/>
              </a:spcBef>
              <a:spcAft>
                <a:spcPct val="0"/>
              </a:spcAft>
              <a:buClr>
                <a:schemeClr val="tx2"/>
              </a:buClr>
              <a:buSzPct val="89000"/>
              <a:buFont typeface="Arial" charset="0"/>
              <a:buChar char="-"/>
              <a:defRPr sz="1059" baseline="0">
                <a:solidFill>
                  <a:schemeClr val="tx1"/>
                </a:solidFill>
                <a:latin typeface="+mn-lt"/>
              </a:defRPr>
            </a:lvl6pPr>
            <a:lvl7pPr marL="496198" indent="-86146" algn="l" defTabSz="592515" rtl="0" eaLnBrk="1" fontAlgn="base" hangingPunct="1">
              <a:spcBef>
                <a:spcPct val="0"/>
              </a:spcBef>
              <a:spcAft>
                <a:spcPct val="0"/>
              </a:spcAft>
              <a:buClr>
                <a:schemeClr val="tx2"/>
              </a:buClr>
              <a:buSzPct val="89000"/>
              <a:buFont typeface="Arial" charset="0"/>
              <a:buChar char="-"/>
              <a:defRPr sz="1059" baseline="0">
                <a:solidFill>
                  <a:schemeClr val="tx1"/>
                </a:solidFill>
                <a:latin typeface="+mn-lt"/>
              </a:defRPr>
            </a:lvl7pPr>
            <a:lvl8pPr marL="496198" indent="-86146" algn="l" defTabSz="592515" rtl="0" eaLnBrk="1" fontAlgn="base" hangingPunct="1">
              <a:spcBef>
                <a:spcPct val="0"/>
              </a:spcBef>
              <a:spcAft>
                <a:spcPct val="0"/>
              </a:spcAft>
              <a:buClr>
                <a:schemeClr val="tx2"/>
              </a:buClr>
              <a:buSzPct val="89000"/>
              <a:buFont typeface="Arial" charset="0"/>
              <a:buChar char="-"/>
              <a:defRPr sz="1059" baseline="0">
                <a:solidFill>
                  <a:schemeClr val="tx1"/>
                </a:solidFill>
                <a:latin typeface="+mn-lt"/>
              </a:defRPr>
            </a:lvl8pPr>
            <a:lvl9pPr marL="496198" indent="-86146" algn="l" defTabSz="592515" rtl="0" eaLnBrk="1" fontAlgn="base" hangingPunct="1">
              <a:spcBef>
                <a:spcPct val="0"/>
              </a:spcBef>
              <a:spcAft>
                <a:spcPct val="0"/>
              </a:spcAft>
              <a:buClr>
                <a:schemeClr val="tx2"/>
              </a:buClr>
              <a:buSzPct val="89000"/>
              <a:buFont typeface="Arial" charset="0"/>
              <a:buChar char="-"/>
              <a:defRPr sz="1059" baseline="0">
                <a:solidFill>
                  <a:schemeClr val="tx1"/>
                </a:solidFill>
                <a:latin typeface="+mn-lt"/>
              </a:defRPr>
            </a:lvl9pPr>
          </a:lstStyle>
          <a:p>
            <a:pPr algn="just">
              <a:lnSpc>
                <a:spcPct val="120000"/>
              </a:lnSpc>
              <a:spcBef>
                <a:spcPts val="300"/>
              </a:spcBef>
              <a:spcAft>
                <a:spcPts val="300"/>
              </a:spcAft>
              <a:defRPr/>
            </a:pPr>
            <a:r>
              <a:rPr lang="fr-FR" sz="1600" b="1" kern="0" dirty="0">
                <a:solidFill>
                  <a:srgbClr val="4E9C82"/>
                </a:solidFill>
                <a:latin typeface="Verdana" panose="020B0604030504040204" pitchFamily="34" charset="0"/>
                <a:ea typeface="Verdana" panose="020B0604030504040204" pitchFamily="34" charset="0"/>
              </a:rPr>
              <a:t>EXECUTIVE SUMMARY :</a:t>
            </a:r>
          </a:p>
          <a:p>
            <a:pPr marL="531159" lvl="2" indent="-228600" algn="just">
              <a:lnSpc>
                <a:spcPct val="120000"/>
              </a:lnSpc>
              <a:spcBef>
                <a:spcPts val="300"/>
              </a:spcBef>
              <a:spcAft>
                <a:spcPts val="300"/>
              </a:spcAft>
              <a:buClr>
                <a:srgbClr val="4E9C82"/>
              </a:buClr>
              <a:buFont typeface="Wingdings" panose="05000000000000000000" pitchFamily="2" charset="2"/>
              <a:buChar char="§"/>
              <a:defRPr/>
            </a:pPr>
            <a:r>
              <a:rPr lang="fr-FR" sz="1400" kern="0" dirty="0">
                <a:solidFill>
                  <a:schemeClr val="tx1">
                    <a:lumMod val="65000"/>
                    <a:lumOff val="35000"/>
                  </a:schemeClr>
                </a:solidFill>
                <a:latin typeface="Verdana" panose="020B0604030504040204" pitchFamily="34" charset="0"/>
                <a:ea typeface="Verdana" panose="020B0604030504040204" pitchFamily="34" charset="0"/>
              </a:rPr>
              <a:t>CONTEXTE, OBJECTIFS ET PÉRIMÈTRE DE LA MISSION</a:t>
            </a:r>
          </a:p>
          <a:p>
            <a:pPr marL="531159" lvl="2" indent="-228600" algn="just">
              <a:lnSpc>
                <a:spcPct val="120000"/>
              </a:lnSpc>
              <a:spcBef>
                <a:spcPts val="300"/>
              </a:spcBef>
              <a:spcAft>
                <a:spcPts val="300"/>
              </a:spcAft>
              <a:buClr>
                <a:srgbClr val="4E9C82"/>
              </a:buClr>
              <a:buFont typeface="Wingdings" panose="05000000000000000000" pitchFamily="2" charset="2"/>
              <a:buChar char="§"/>
              <a:defRPr/>
            </a:pPr>
            <a:r>
              <a:rPr lang="fr-FR" sz="1400" kern="0" dirty="0">
                <a:solidFill>
                  <a:schemeClr val="tx1">
                    <a:lumMod val="65000"/>
                    <a:lumOff val="35000"/>
                  </a:schemeClr>
                </a:solidFill>
                <a:latin typeface="Verdana" panose="020B0604030504040204" pitchFamily="34" charset="0"/>
                <a:ea typeface="Verdana" panose="020B0604030504040204" pitchFamily="34" charset="0"/>
              </a:rPr>
              <a:t>OPINION GLOBALE SUR LES DISPOSITIFS DE CONTRÔLE INTERNE, DE GOUVERNANCE ET DE LA GESTION DES RISQUES LIÉS AU PROCESSUS AUDITÉ </a:t>
            </a:r>
          </a:p>
          <a:p>
            <a:pPr marL="531159" lvl="2" indent="-228600" algn="just">
              <a:lnSpc>
                <a:spcPct val="120000"/>
              </a:lnSpc>
              <a:spcBef>
                <a:spcPts val="300"/>
              </a:spcBef>
              <a:spcAft>
                <a:spcPts val="300"/>
              </a:spcAft>
              <a:buClr>
                <a:srgbClr val="4E9C82"/>
              </a:buClr>
              <a:buFont typeface="Wingdings" panose="05000000000000000000" pitchFamily="2" charset="2"/>
              <a:buChar char="§"/>
              <a:defRPr/>
            </a:pPr>
            <a:r>
              <a:rPr lang="fr-FR" sz="1400" kern="0" dirty="0">
                <a:solidFill>
                  <a:schemeClr val="tx1">
                    <a:lumMod val="65000"/>
                    <a:lumOff val="35000"/>
                  </a:schemeClr>
                </a:solidFill>
                <a:latin typeface="Verdana" panose="020B0604030504040204" pitchFamily="34" charset="0"/>
                <a:ea typeface="Verdana" panose="020B0604030504040204" pitchFamily="34" charset="0"/>
              </a:rPr>
              <a:t>POINTS FORTS</a:t>
            </a:r>
          </a:p>
          <a:p>
            <a:pPr marL="531159" lvl="2" indent="-228600" algn="just">
              <a:lnSpc>
                <a:spcPct val="120000"/>
              </a:lnSpc>
              <a:spcBef>
                <a:spcPts val="300"/>
              </a:spcBef>
              <a:spcAft>
                <a:spcPts val="300"/>
              </a:spcAft>
              <a:buClr>
                <a:srgbClr val="4E9C82"/>
              </a:buClr>
              <a:buFont typeface="Wingdings" panose="05000000000000000000" pitchFamily="2" charset="2"/>
              <a:buChar char="§"/>
              <a:defRPr/>
            </a:pPr>
            <a:r>
              <a:rPr lang="fr-FR" sz="1400" kern="0" dirty="0">
                <a:solidFill>
                  <a:schemeClr val="tx1">
                    <a:lumMod val="65000"/>
                    <a:lumOff val="35000"/>
                  </a:schemeClr>
                </a:solidFill>
                <a:latin typeface="Verdana" panose="020B0604030504040204" pitchFamily="34" charset="0"/>
                <a:ea typeface="Verdana" panose="020B0604030504040204" pitchFamily="34" charset="0"/>
              </a:rPr>
              <a:t>PRINCIPAUX CONSTATS ET ACTIONS DE PROGRÈS </a:t>
            </a:r>
          </a:p>
          <a:p>
            <a:pPr marL="355600" indent="-355600" algn="just">
              <a:lnSpc>
                <a:spcPct val="120000"/>
              </a:lnSpc>
              <a:spcBef>
                <a:spcPts val="300"/>
              </a:spcBef>
              <a:spcAft>
                <a:spcPts val="300"/>
              </a:spcAft>
              <a:buFontTx/>
              <a:buAutoNum type="arabicPeriod"/>
              <a:defRPr/>
            </a:pPr>
            <a:endParaRPr lang="fr-FR" sz="1400" b="1" kern="0" dirty="0">
              <a:solidFill>
                <a:schemeClr val="tx1">
                  <a:lumMod val="65000"/>
                  <a:lumOff val="35000"/>
                </a:schemeClr>
              </a:solidFill>
              <a:latin typeface="Verdana" panose="020B0604030504040204" pitchFamily="34" charset="0"/>
              <a:ea typeface="Verdana" panose="020B0604030504040204" pitchFamily="34" charset="0"/>
            </a:endParaRPr>
          </a:p>
          <a:p>
            <a:pPr algn="just">
              <a:lnSpc>
                <a:spcPct val="120000"/>
              </a:lnSpc>
              <a:spcBef>
                <a:spcPts val="300"/>
              </a:spcBef>
              <a:spcAft>
                <a:spcPts val="300"/>
              </a:spcAft>
              <a:defRPr/>
            </a:pPr>
            <a:r>
              <a:rPr lang="fr-FR" sz="1600" b="1" kern="0" dirty="0">
                <a:solidFill>
                  <a:srgbClr val="4E9C82"/>
                </a:solidFill>
                <a:latin typeface="Verdana" panose="020B0604030504040204" pitchFamily="34" charset="0"/>
                <a:ea typeface="Verdana" panose="020B0604030504040204" pitchFamily="34" charset="0"/>
              </a:rPr>
              <a:t>RAPPORT DÉTAILLÉ :</a:t>
            </a:r>
          </a:p>
          <a:p>
            <a:pPr marL="355600" indent="-355600" algn="just">
              <a:lnSpc>
                <a:spcPct val="120000"/>
              </a:lnSpc>
              <a:spcBef>
                <a:spcPts val="300"/>
              </a:spcBef>
              <a:spcAft>
                <a:spcPts val="300"/>
              </a:spcAft>
              <a:buClr>
                <a:srgbClr val="4E9C82"/>
              </a:buClr>
              <a:buFontTx/>
              <a:buAutoNum type="arabicPeriod"/>
              <a:defRPr/>
            </a:pPr>
            <a:r>
              <a:rPr lang="fr-FR" sz="1400" b="1" kern="0" dirty="0">
                <a:solidFill>
                  <a:schemeClr val="tx1">
                    <a:lumMod val="65000"/>
                    <a:lumOff val="35000"/>
                  </a:schemeClr>
                </a:solidFill>
                <a:latin typeface="Verdana" panose="020B0604030504040204" pitchFamily="34" charset="0"/>
                <a:ea typeface="Verdana" panose="020B0604030504040204" pitchFamily="34" charset="0"/>
              </a:rPr>
              <a:t>DÉTAIL DES CONSTATS, RECOMMANDATIONS ET PLANS D’ACTION</a:t>
            </a:r>
          </a:p>
          <a:p>
            <a:pPr marL="355600" indent="-355600" algn="just">
              <a:lnSpc>
                <a:spcPct val="120000"/>
              </a:lnSpc>
              <a:spcBef>
                <a:spcPts val="300"/>
              </a:spcBef>
              <a:spcAft>
                <a:spcPts val="300"/>
              </a:spcAft>
              <a:buClr>
                <a:srgbClr val="4E9C82"/>
              </a:buClr>
              <a:buFontTx/>
              <a:buAutoNum type="arabicPeriod"/>
              <a:defRPr/>
            </a:pPr>
            <a:endParaRPr lang="fr-FR" sz="1400" b="1" kern="0" dirty="0">
              <a:solidFill>
                <a:schemeClr val="tx1">
                  <a:lumMod val="65000"/>
                  <a:lumOff val="35000"/>
                </a:schemeClr>
              </a:solidFill>
              <a:latin typeface="Verdana" panose="020B0604030504040204" pitchFamily="34" charset="0"/>
              <a:ea typeface="Verdana" panose="020B0604030504040204" pitchFamily="34" charset="0"/>
            </a:endParaRPr>
          </a:p>
          <a:p>
            <a:pPr marL="355600" indent="-355600" algn="just">
              <a:lnSpc>
                <a:spcPct val="120000"/>
              </a:lnSpc>
              <a:spcBef>
                <a:spcPts val="300"/>
              </a:spcBef>
              <a:spcAft>
                <a:spcPts val="300"/>
              </a:spcAft>
              <a:buClr>
                <a:srgbClr val="4E9C82"/>
              </a:buClr>
              <a:buFontTx/>
              <a:buAutoNum type="arabicPeriod"/>
              <a:defRPr/>
            </a:pPr>
            <a:r>
              <a:rPr lang="fr-FR" sz="1400" b="1" kern="0" dirty="0">
                <a:solidFill>
                  <a:schemeClr val="tx1">
                    <a:lumMod val="65000"/>
                    <a:lumOff val="35000"/>
                  </a:schemeClr>
                </a:solidFill>
                <a:latin typeface="Verdana" panose="020B0604030504040204" pitchFamily="34" charset="0"/>
                <a:ea typeface="Verdana" panose="020B0604030504040204" pitchFamily="34" charset="0"/>
              </a:rPr>
              <a:t>LISTE DES PERSONNES RENCONTRÉES DANS LE CADRE DE LA MISSION D’AUDIT </a:t>
            </a:r>
          </a:p>
          <a:p>
            <a:pPr marL="355600" indent="-355600" algn="just">
              <a:lnSpc>
                <a:spcPct val="120000"/>
              </a:lnSpc>
              <a:spcBef>
                <a:spcPts val="300"/>
              </a:spcBef>
              <a:spcAft>
                <a:spcPts val="300"/>
              </a:spcAft>
              <a:buClr>
                <a:srgbClr val="4E9C82"/>
              </a:buClr>
              <a:buFontTx/>
              <a:buAutoNum type="arabicPeriod"/>
              <a:defRPr/>
            </a:pPr>
            <a:endParaRPr lang="fr-FR" sz="1400" b="1" kern="0" dirty="0">
              <a:solidFill>
                <a:schemeClr val="tx1">
                  <a:lumMod val="65000"/>
                  <a:lumOff val="35000"/>
                </a:schemeClr>
              </a:solidFill>
              <a:latin typeface="Verdana" panose="020B0604030504040204" pitchFamily="34" charset="0"/>
              <a:ea typeface="Verdana" panose="020B0604030504040204" pitchFamily="34" charset="0"/>
            </a:endParaRPr>
          </a:p>
          <a:p>
            <a:pPr marL="355600" indent="-355600" algn="just">
              <a:lnSpc>
                <a:spcPct val="120000"/>
              </a:lnSpc>
              <a:spcBef>
                <a:spcPts val="300"/>
              </a:spcBef>
              <a:spcAft>
                <a:spcPts val="300"/>
              </a:spcAft>
              <a:buClr>
                <a:srgbClr val="4E9C82"/>
              </a:buClr>
              <a:buFontTx/>
              <a:buAutoNum type="arabicPeriod"/>
              <a:defRPr/>
            </a:pPr>
            <a:r>
              <a:rPr lang="fr-FR" sz="1400" b="1" kern="0" dirty="0">
                <a:solidFill>
                  <a:schemeClr val="tx1">
                    <a:lumMod val="65000"/>
                    <a:lumOff val="35000"/>
                  </a:schemeClr>
                </a:solidFill>
                <a:latin typeface="Verdana" panose="020B0604030504040204" pitchFamily="34" charset="0"/>
                <a:ea typeface="Verdana" panose="020B0604030504040204" pitchFamily="34" charset="0"/>
              </a:rPr>
              <a:t>COTATION DES RISQUES UTILISÉE</a:t>
            </a:r>
          </a:p>
          <a:p>
            <a:pPr marL="355600" indent="-355600" algn="just">
              <a:lnSpc>
                <a:spcPct val="120000"/>
              </a:lnSpc>
              <a:spcBef>
                <a:spcPts val="300"/>
              </a:spcBef>
              <a:spcAft>
                <a:spcPts val="300"/>
              </a:spcAft>
              <a:buClr>
                <a:srgbClr val="4E9C82"/>
              </a:buClr>
              <a:buFontTx/>
              <a:buAutoNum type="arabicPeriod"/>
              <a:defRPr/>
            </a:pPr>
            <a:endParaRPr lang="fr-FR" sz="1400" b="1" kern="0" dirty="0">
              <a:solidFill>
                <a:schemeClr val="tx1">
                  <a:lumMod val="65000"/>
                  <a:lumOff val="35000"/>
                </a:schemeClr>
              </a:solidFill>
              <a:latin typeface="Verdana" panose="020B0604030504040204" pitchFamily="34" charset="0"/>
              <a:ea typeface="Verdana" panose="020B0604030504040204" pitchFamily="34" charset="0"/>
            </a:endParaRPr>
          </a:p>
          <a:p>
            <a:pPr marL="355600" indent="-355600" algn="just">
              <a:lnSpc>
                <a:spcPct val="120000"/>
              </a:lnSpc>
              <a:spcBef>
                <a:spcPts val="300"/>
              </a:spcBef>
              <a:spcAft>
                <a:spcPts val="300"/>
              </a:spcAft>
              <a:buClr>
                <a:srgbClr val="4E9C82"/>
              </a:buClr>
              <a:buFontTx/>
              <a:buAutoNum type="arabicPeriod"/>
              <a:defRPr/>
            </a:pPr>
            <a:r>
              <a:rPr lang="fr-FR" sz="1400" b="1" kern="0" dirty="0">
                <a:solidFill>
                  <a:schemeClr val="tx1">
                    <a:lumMod val="65000"/>
                    <a:lumOff val="35000"/>
                  </a:schemeClr>
                </a:solidFill>
                <a:latin typeface="Verdana" panose="020B0604030504040204" pitchFamily="34" charset="0"/>
                <a:ea typeface="Verdana" panose="020B0604030504040204" pitchFamily="34" charset="0"/>
              </a:rPr>
              <a:t>ANNEXES (RELATIVES À LA MISSION D’AUDIT) </a:t>
            </a:r>
          </a:p>
        </p:txBody>
      </p:sp>
      <p:sp>
        <p:nvSpPr>
          <p:cNvPr id="3" name="Titre 2"/>
          <p:cNvSpPr>
            <a:spLocks noGrp="1"/>
          </p:cNvSpPr>
          <p:nvPr>
            <p:ph type="title"/>
          </p:nvPr>
        </p:nvSpPr>
        <p:spPr/>
        <p:txBody>
          <a:bodyPr/>
          <a:lstStyle/>
          <a:p>
            <a:r>
              <a:rPr lang="fr-FR" dirty="0">
                <a:cs typeface="Verdana" panose="020B0604030504040204" pitchFamily="34" charset="0"/>
              </a:rPr>
              <a:t>SOMMAIRE</a:t>
            </a:r>
            <a:endParaRPr lang="fr-FR" dirty="0"/>
          </a:p>
        </p:txBody>
      </p:sp>
    </p:spTree>
    <p:extLst>
      <p:ext uri="{BB962C8B-B14F-4D97-AF65-F5344CB8AC3E}">
        <p14:creationId xmlns:p14="http://schemas.microsoft.com/office/powerpoint/2010/main" val="518272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cs typeface="Verdana" panose="020B0604030504040204" pitchFamily="34" charset="0"/>
              </a:rPr>
              <a:t>ABRÉVIATIONS</a:t>
            </a:r>
            <a:endParaRPr lang="fr-FR" dirty="0"/>
          </a:p>
        </p:txBody>
      </p:sp>
    </p:spTree>
    <p:extLst>
      <p:ext uri="{BB962C8B-B14F-4D97-AF65-F5344CB8AC3E}">
        <p14:creationId xmlns:p14="http://schemas.microsoft.com/office/powerpoint/2010/main" val="24735319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1692322" y="2262117"/>
            <a:ext cx="5759356" cy="2333767"/>
          </a:xfrm>
          <a:prstGeom prst="round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400"/>
              </a:spcBef>
              <a:spcAft>
                <a:spcPts val="400"/>
              </a:spcAft>
              <a:defRPr/>
            </a:pPr>
            <a:r>
              <a:rPr lang="fr-FR" sz="2000" b="1" kern="0">
                <a:solidFill>
                  <a:schemeClr val="tx1">
                    <a:lumMod val="65000"/>
                    <a:lumOff val="35000"/>
                  </a:schemeClr>
                </a:solidFill>
                <a:latin typeface="Verdana" panose="020B0604030504040204" pitchFamily="34" charset="0"/>
                <a:ea typeface="Verdana" panose="020B0604030504040204" pitchFamily="34" charset="0"/>
              </a:rPr>
              <a:t>EXECUTIVE SUMMARY</a:t>
            </a:r>
            <a:endParaRPr lang="fr-FR" sz="2000" b="1" kern="0" dirty="0">
              <a:solidFill>
                <a:schemeClr val="tx1">
                  <a:lumMod val="65000"/>
                  <a:lumOff val="35000"/>
                </a:schemeClr>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1251902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2000" y="720661"/>
            <a:ext cx="8820000" cy="5283498"/>
          </a:xfrm>
          <a:prstGeom prst="rect">
            <a:avLst/>
          </a:prstGeom>
        </p:spPr>
        <p:txBody>
          <a:bodyPr wrap="square">
            <a:spAutoFit/>
          </a:bodyPr>
          <a:lstStyle/>
          <a:p>
            <a:pPr algn="just">
              <a:spcBef>
                <a:spcPts val="400"/>
              </a:spcBef>
              <a:spcAft>
                <a:spcPts val="400"/>
              </a:spcAft>
              <a:defRPr/>
            </a:pPr>
            <a:r>
              <a:rPr lang="fr-FR" sz="1300" b="1" kern="0" dirty="0">
                <a:solidFill>
                  <a:srgbClr val="4E9C82"/>
                </a:solidFill>
                <a:latin typeface="Verdana" panose="020B0604030504040204" pitchFamily="34" charset="0"/>
                <a:ea typeface="Verdana" panose="020B0604030504040204" pitchFamily="34" charset="0"/>
              </a:rPr>
              <a:t>CONTEXTE DE LA MISSION</a:t>
            </a:r>
            <a:endParaRPr lang="fr-FR" sz="1300" b="1" kern="0" dirty="0">
              <a:solidFill>
                <a:srgbClr val="FF0000"/>
              </a:solidFill>
              <a:latin typeface="Verdana" panose="020B0604030504040204" pitchFamily="34" charset="0"/>
              <a:ea typeface="Verdana" panose="020B0604030504040204" pitchFamily="34" charset="0"/>
            </a:endParaRPr>
          </a:p>
          <a:p>
            <a:pPr marL="0" lvl="1" algn="just">
              <a:spcBef>
                <a:spcPts val="400"/>
              </a:spcBef>
              <a:spcAft>
                <a:spcPts val="400"/>
              </a:spcAft>
              <a:buClr>
                <a:srgbClr val="4E9C82"/>
              </a:buClr>
              <a:buSzPct val="100000"/>
              <a:defRPr/>
            </a:pPr>
            <a:r>
              <a:rPr lang="fr-FR" sz="1200" kern="0" dirty="0">
                <a:latin typeface="Verdana" panose="020B0604030504040204" pitchFamily="34" charset="0"/>
                <a:ea typeface="Verdana" panose="020B0604030504040204" pitchFamily="34" charset="0"/>
              </a:rPr>
              <a:t>Cette mission s’inscrit dans le cadre du plan d’audit interne du Groupe OCP au titre de l’année XXXX. Elle vise à fournir une évaluation indépendante du cadre de contrôle afférent à XXXXXXXXXXXXXXXXXXXXXXXXXX</a:t>
            </a:r>
          </a:p>
          <a:p>
            <a:pPr marL="0" lvl="1" algn="just">
              <a:spcBef>
                <a:spcPts val="400"/>
              </a:spcBef>
              <a:spcAft>
                <a:spcPts val="400"/>
              </a:spcAft>
              <a:buClr>
                <a:srgbClr val="4E9C82"/>
              </a:buClr>
              <a:buSzPct val="100000"/>
              <a:defRPr/>
            </a:pPr>
            <a:endParaRPr lang="fr-FR" sz="1200" kern="0" dirty="0">
              <a:latin typeface="Verdana" panose="020B0604030504040204" pitchFamily="34" charset="0"/>
              <a:ea typeface="Verdana" panose="020B0604030504040204" pitchFamily="34" charset="0"/>
            </a:endParaRPr>
          </a:p>
          <a:p>
            <a:pPr algn="just">
              <a:spcBef>
                <a:spcPts val="400"/>
              </a:spcBef>
              <a:spcAft>
                <a:spcPts val="400"/>
              </a:spcAft>
              <a:defRPr/>
            </a:pPr>
            <a:r>
              <a:rPr lang="en-US" sz="1300" b="1" kern="0" dirty="0">
                <a:solidFill>
                  <a:srgbClr val="4E9C82"/>
                </a:solidFill>
                <a:latin typeface="Verdana" panose="020B0604030504040204" pitchFamily="34" charset="0"/>
                <a:ea typeface="Verdana" panose="020B0604030504040204" pitchFamily="34" charset="0"/>
              </a:rPr>
              <a:t>OBJECTIFS ASSOCIÉS</a:t>
            </a:r>
          </a:p>
          <a:p>
            <a:pPr algn="just">
              <a:spcBef>
                <a:spcPts val="400"/>
              </a:spcBef>
              <a:spcAft>
                <a:spcPts val="400"/>
              </a:spcAft>
              <a:defRPr/>
            </a:pPr>
            <a:r>
              <a:rPr lang="fr-FR" sz="1200" kern="0" dirty="0">
                <a:latin typeface="Verdana" panose="020B0604030504040204" pitchFamily="34" charset="0"/>
                <a:ea typeface="Verdana" panose="020B0604030504040204" pitchFamily="34" charset="0"/>
              </a:rPr>
              <a:t>Les principaux objectifs de la présente mission consistent à :</a:t>
            </a:r>
          </a:p>
          <a:p>
            <a:pPr marL="628650" lvl="1" indent="-266700" algn="just">
              <a:spcBef>
                <a:spcPts val="400"/>
              </a:spcBef>
              <a:spcAft>
                <a:spcPts val="400"/>
              </a:spcAft>
              <a:buClr>
                <a:srgbClr val="4E9C82"/>
              </a:buClr>
              <a:buSzPct val="100000"/>
              <a:buFont typeface="+mj-lt"/>
              <a:buAutoNum type="arabicPeriod"/>
              <a:defRPr/>
            </a:pPr>
            <a:r>
              <a:rPr lang="fr-FR" sz="1200" kern="0" dirty="0">
                <a:latin typeface="Verdana" panose="020B0604030504040204" pitchFamily="34" charset="0"/>
                <a:ea typeface="Verdana" panose="020B0604030504040204" pitchFamily="34" charset="0"/>
              </a:rPr>
              <a:t>	</a:t>
            </a:r>
          </a:p>
          <a:p>
            <a:pPr marL="628650" lvl="1" indent="-266700" algn="just">
              <a:spcBef>
                <a:spcPts val="400"/>
              </a:spcBef>
              <a:spcAft>
                <a:spcPts val="400"/>
              </a:spcAft>
              <a:buClr>
                <a:srgbClr val="4E9C82"/>
              </a:buClr>
              <a:buSzPct val="100000"/>
              <a:buFont typeface="+mj-lt"/>
              <a:buAutoNum type="arabicPeriod"/>
              <a:defRPr/>
            </a:pPr>
            <a:r>
              <a:rPr lang="fr-FR" sz="1200" kern="0" dirty="0">
                <a:latin typeface="Verdana" panose="020B0604030504040204" pitchFamily="34" charset="0"/>
                <a:ea typeface="Verdana" panose="020B0604030504040204" pitchFamily="34" charset="0"/>
              </a:rPr>
              <a:t> </a:t>
            </a:r>
          </a:p>
          <a:p>
            <a:pPr algn="just">
              <a:spcBef>
                <a:spcPts val="400"/>
              </a:spcBef>
              <a:spcAft>
                <a:spcPts val="400"/>
              </a:spcAft>
              <a:defRPr/>
            </a:pPr>
            <a:endParaRPr lang="fr-FR" sz="1300" b="1" kern="0" dirty="0">
              <a:solidFill>
                <a:srgbClr val="4E9C82"/>
              </a:solidFill>
              <a:latin typeface="Verdana" panose="020B0604030504040204" pitchFamily="34" charset="0"/>
              <a:ea typeface="Verdana" panose="020B0604030504040204" pitchFamily="34" charset="0"/>
            </a:endParaRPr>
          </a:p>
          <a:p>
            <a:pPr algn="just">
              <a:spcBef>
                <a:spcPts val="400"/>
              </a:spcBef>
              <a:spcAft>
                <a:spcPts val="400"/>
              </a:spcAft>
              <a:defRPr/>
            </a:pPr>
            <a:r>
              <a:rPr lang="fr-FR" sz="1300" b="1" kern="0" dirty="0">
                <a:solidFill>
                  <a:srgbClr val="4E9C82"/>
                </a:solidFill>
                <a:latin typeface="Verdana" panose="020B0604030504040204" pitchFamily="34" charset="0"/>
                <a:ea typeface="Verdana" panose="020B0604030504040204" pitchFamily="34" charset="0"/>
              </a:rPr>
              <a:t>PÉRIMÈTRE / ENTITÉS CONCERNÉES</a:t>
            </a:r>
          </a:p>
          <a:p>
            <a:pPr marL="0" lvl="1" algn="just">
              <a:spcBef>
                <a:spcPts val="400"/>
              </a:spcBef>
              <a:spcAft>
                <a:spcPts val="400"/>
              </a:spcAft>
              <a:buClr>
                <a:srgbClr val="4E9C82"/>
              </a:buClr>
              <a:buSzPct val="100000"/>
              <a:defRPr/>
            </a:pPr>
            <a:r>
              <a:rPr lang="fr-FR" sz="1200" kern="0" dirty="0">
                <a:latin typeface="Verdana" panose="020B0604030504040204" pitchFamily="34" charset="0"/>
                <a:ea typeface="Verdana" panose="020B0604030504040204" pitchFamily="34" charset="0"/>
              </a:rPr>
              <a:t>L’audit a été effectué au niveau xxx</a:t>
            </a:r>
          </a:p>
          <a:p>
            <a:pPr marL="0" lvl="1" algn="just">
              <a:spcBef>
                <a:spcPts val="400"/>
              </a:spcBef>
              <a:spcAft>
                <a:spcPts val="400"/>
              </a:spcAft>
              <a:buClr>
                <a:srgbClr val="4E9C82"/>
              </a:buClr>
              <a:buSzPct val="100000"/>
              <a:defRPr/>
            </a:pPr>
            <a:r>
              <a:rPr lang="fr-FR" sz="1200" kern="0" dirty="0">
                <a:latin typeface="Verdana" panose="020B0604030504040204" pitchFamily="34" charset="0"/>
                <a:ea typeface="Verdana" panose="020B0604030504040204" pitchFamily="34" charset="0"/>
              </a:rPr>
              <a:t>Cette mission s’est déroulée du XX/XX/XXXX au XX/XX/XXXX et les constats, aspects d’amélioration et les plans d’action ont été discutés avec les audités le XX/XX/XXXX. </a:t>
            </a:r>
          </a:p>
          <a:p>
            <a:pPr marL="0" lvl="1" algn="just">
              <a:spcBef>
                <a:spcPts val="400"/>
              </a:spcBef>
              <a:spcAft>
                <a:spcPts val="400"/>
              </a:spcAft>
              <a:buClr>
                <a:srgbClr val="4E9C82"/>
              </a:buClr>
              <a:buSzPct val="100000"/>
              <a:defRPr/>
            </a:pPr>
            <a:r>
              <a:rPr lang="fr-FR" sz="1200" kern="0" dirty="0">
                <a:latin typeface="Verdana" panose="020B0604030504040204" pitchFamily="34" charset="0"/>
                <a:ea typeface="Verdana" panose="020B0604030504040204" pitchFamily="34" charset="0"/>
              </a:rPr>
              <a:t>Les conclusions de la présente mission d’audit sont fondées sur des entretiens avec les personnes concernées ainsi que sur l’analyse des principaux documents communiqués. </a:t>
            </a:r>
          </a:p>
          <a:p>
            <a:pPr marL="0" lvl="1" algn="just">
              <a:spcBef>
                <a:spcPts val="400"/>
              </a:spcBef>
              <a:spcAft>
                <a:spcPts val="400"/>
              </a:spcAft>
              <a:buClr>
                <a:srgbClr val="4E9C82"/>
              </a:buClr>
              <a:buSzPct val="100000"/>
              <a:defRPr/>
            </a:pPr>
            <a:r>
              <a:rPr lang="fr-FR" sz="1200" kern="0" dirty="0">
                <a:latin typeface="Verdana" panose="020B0604030504040204" pitchFamily="34" charset="0"/>
                <a:ea typeface="Verdana" panose="020B0604030504040204" pitchFamily="34" charset="0"/>
              </a:rPr>
              <a:t>Il est à signaler que les constats relevés lors de cette mission d’audit ne sauraient être limitatifs et définitifs et ne préjugent en rien de l’absence d’autres constats qui n’auraient pas été relevés par l’équipe d’audit.</a:t>
            </a:r>
          </a:p>
          <a:p>
            <a:pPr marL="0" lvl="1" algn="just">
              <a:spcBef>
                <a:spcPts val="400"/>
              </a:spcBef>
              <a:spcAft>
                <a:spcPts val="400"/>
              </a:spcAft>
              <a:buClr>
                <a:srgbClr val="4E9C82"/>
              </a:buClr>
              <a:buSzPct val="100000"/>
              <a:defRPr/>
            </a:pPr>
            <a:r>
              <a:rPr lang="fr-FR" sz="1200" kern="0" dirty="0">
                <a:latin typeface="Verdana" panose="020B0604030504040204" pitchFamily="34" charset="0"/>
                <a:ea typeface="Verdana" panose="020B0604030504040204" pitchFamily="34" charset="0"/>
              </a:rPr>
              <a:t>À ce titre, nous estimons que les vérifications réalisées dans le cadre de cet audit fournissent une base raisonnable aux conclusions de la présente mission.</a:t>
            </a:r>
          </a:p>
          <a:p>
            <a:pPr marL="0" lvl="1" algn="just">
              <a:spcBef>
                <a:spcPts val="400"/>
              </a:spcBef>
              <a:spcAft>
                <a:spcPts val="400"/>
              </a:spcAft>
              <a:buClr>
                <a:srgbClr val="4E9C82"/>
              </a:buClr>
              <a:buSzPct val="100000"/>
              <a:defRPr/>
            </a:pPr>
            <a:endParaRPr lang="fr-FR" sz="1200" kern="0" dirty="0">
              <a:latin typeface="Verdana" panose="020B0604030504040204" pitchFamily="34" charset="0"/>
              <a:ea typeface="Verdana" panose="020B0604030504040204" pitchFamily="34" charset="0"/>
            </a:endParaRPr>
          </a:p>
        </p:txBody>
      </p:sp>
      <p:sp>
        <p:nvSpPr>
          <p:cNvPr id="4" name="ZoneTexte 3"/>
          <p:cNvSpPr txBox="1"/>
          <p:nvPr/>
        </p:nvSpPr>
        <p:spPr>
          <a:xfrm>
            <a:off x="6598076" y="2215612"/>
            <a:ext cx="2315684" cy="476726"/>
          </a:xfrm>
          <a:prstGeom prst="wedgeRoundRectCallout">
            <a:avLst>
              <a:gd name="adj1" fmla="val -104745"/>
              <a:gd name="adj2" fmla="val -3335"/>
              <a:gd name="adj3" fmla="val 16667"/>
            </a:avLst>
          </a:prstGeom>
          <a:solidFill>
            <a:schemeClr val="bg1">
              <a:lumMod val="95000"/>
            </a:schemeClr>
          </a:solidFill>
          <a:ln>
            <a:solidFill>
              <a:schemeClr val="bg1">
                <a:lumMod val="50000"/>
              </a:schemeClr>
            </a:solidFill>
          </a:ln>
        </p:spPr>
        <p:txBody>
          <a:bodyPr wrap="square" lIns="0" rIns="0" rtlCol="0">
            <a:spAutoFit/>
          </a:bodyPr>
          <a:lstStyle/>
          <a:p>
            <a:r>
              <a:rPr lang="fr-FR" sz="1100" b="1" dirty="0">
                <a:latin typeface="Verdana" panose="020B0604030504040204" pitchFamily="34" charset="0"/>
                <a:ea typeface="Verdana" panose="020B0604030504040204" pitchFamily="34" charset="0"/>
              </a:rPr>
              <a:t>Décrire dans quelle mesure ces objectifs ont été atteints</a:t>
            </a:r>
          </a:p>
        </p:txBody>
      </p:sp>
      <p:sp>
        <p:nvSpPr>
          <p:cNvPr id="3" name="Titre 2"/>
          <p:cNvSpPr>
            <a:spLocks noGrp="1"/>
          </p:cNvSpPr>
          <p:nvPr>
            <p:ph type="title"/>
          </p:nvPr>
        </p:nvSpPr>
        <p:spPr/>
        <p:txBody>
          <a:bodyPr/>
          <a:lstStyle/>
          <a:p>
            <a:pPr>
              <a:lnSpc>
                <a:spcPct val="100000"/>
              </a:lnSpc>
            </a:pPr>
            <a:r>
              <a:rPr lang="fr-FR" dirty="0">
                <a:cs typeface="Verdana" panose="020B0604030504040204" pitchFamily="34" charset="0"/>
              </a:rPr>
              <a:t>EXECUTIVE SUMMARY (1/X)</a:t>
            </a:r>
          </a:p>
        </p:txBody>
      </p:sp>
      <p:sp>
        <p:nvSpPr>
          <p:cNvPr id="6" name="ZoneTexte 5"/>
          <p:cNvSpPr txBox="1"/>
          <p:nvPr/>
        </p:nvSpPr>
        <p:spPr>
          <a:xfrm>
            <a:off x="6323264" y="388655"/>
            <a:ext cx="2590496" cy="664012"/>
          </a:xfrm>
          <a:prstGeom prst="wedgeRoundRectCallout">
            <a:avLst>
              <a:gd name="adj1" fmla="val -76602"/>
              <a:gd name="adj2" fmla="val 42627"/>
              <a:gd name="adj3" fmla="val 16667"/>
            </a:avLst>
          </a:prstGeom>
          <a:solidFill>
            <a:schemeClr val="bg1">
              <a:lumMod val="95000"/>
            </a:schemeClr>
          </a:solidFill>
          <a:ln>
            <a:solidFill>
              <a:schemeClr val="bg1">
                <a:lumMod val="50000"/>
              </a:schemeClr>
            </a:solidFill>
          </a:ln>
        </p:spPr>
        <p:txBody>
          <a:bodyPr wrap="square" lIns="0" rIns="0" rtlCol="0">
            <a:spAutoFit/>
          </a:bodyPr>
          <a:lstStyle/>
          <a:p>
            <a:r>
              <a:rPr lang="fr-FR" sz="1100" b="1" dirty="0">
                <a:latin typeface="Verdana" panose="020B0604030504040204" pitchFamily="34" charset="0"/>
                <a:ea typeface="Verdana" panose="020B0604030504040204" pitchFamily="34" charset="0"/>
              </a:rPr>
              <a:t>[Rappeler si elle a été réalisée suite à la demande d’une direction / entité, etc.]</a:t>
            </a:r>
          </a:p>
        </p:txBody>
      </p:sp>
      <p:sp>
        <p:nvSpPr>
          <p:cNvPr id="7" name="ZoneTexte 6"/>
          <p:cNvSpPr txBox="1"/>
          <p:nvPr/>
        </p:nvSpPr>
        <p:spPr>
          <a:xfrm>
            <a:off x="3732768" y="3476025"/>
            <a:ext cx="2590496" cy="289441"/>
          </a:xfrm>
          <a:prstGeom prst="wedgeRoundRectCallout">
            <a:avLst>
              <a:gd name="adj1" fmla="val -67678"/>
              <a:gd name="adj2" fmla="val 37542"/>
              <a:gd name="adj3" fmla="val 16667"/>
            </a:avLst>
          </a:prstGeom>
          <a:solidFill>
            <a:schemeClr val="bg1">
              <a:lumMod val="95000"/>
            </a:schemeClr>
          </a:solidFill>
          <a:ln>
            <a:solidFill>
              <a:schemeClr val="bg1">
                <a:lumMod val="50000"/>
              </a:schemeClr>
            </a:solidFill>
          </a:ln>
        </p:spPr>
        <p:txBody>
          <a:bodyPr wrap="square" lIns="0" rIns="0" rtlCol="0">
            <a:spAutoFit/>
          </a:bodyPr>
          <a:lstStyle/>
          <a:p>
            <a:r>
              <a:rPr lang="fr-FR" sz="1100" b="1" dirty="0">
                <a:latin typeface="Verdana" panose="020B0604030504040204" pitchFamily="34" charset="0"/>
                <a:ea typeface="Verdana" panose="020B0604030504040204" pitchFamily="34" charset="0"/>
              </a:rPr>
              <a:t>[Préciser les entités auditées]</a:t>
            </a:r>
          </a:p>
        </p:txBody>
      </p:sp>
    </p:spTree>
    <p:extLst>
      <p:ext uri="{BB962C8B-B14F-4D97-AF65-F5344CB8AC3E}">
        <p14:creationId xmlns:p14="http://schemas.microsoft.com/office/powerpoint/2010/main" val="5024046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2000" y="720661"/>
            <a:ext cx="8820000" cy="1641475"/>
          </a:xfrm>
          <a:prstGeom prst="rect">
            <a:avLst/>
          </a:prstGeom>
        </p:spPr>
        <p:txBody>
          <a:bodyPr wrap="square">
            <a:spAutoFit/>
          </a:bodyPr>
          <a:lstStyle/>
          <a:p>
            <a:pPr algn="just">
              <a:spcBef>
                <a:spcPts val="400"/>
              </a:spcBef>
              <a:spcAft>
                <a:spcPts val="400"/>
              </a:spcAft>
              <a:defRPr/>
            </a:pPr>
            <a:r>
              <a:rPr lang="fr-FR" sz="1300" b="1" kern="0" dirty="0">
                <a:solidFill>
                  <a:srgbClr val="4E9C82"/>
                </a:solidFill>
                <a:latin typeface="Verdana" panose="020B0604030504040204" pitchFamily="34" charset="0"/>
                <a:ea typeface="Verdana" panose="020B0604030504040204" pitchFamily="34" charset="0"/>
              </a:rPr>
              <a:t>OPINION GLOBALE SUR LES DISPOSITIFS DE CONTRÔLE INTERNE, DE GOUVERNANCE ET DE LA GESTION DES RISQUES LIÉS AU PROCESSUS AUDITÉ  </a:t>
            </a:r>
            <a:endParaRPr lang="fr-FR" sz="1300" b="1" kern="0" dirty="0">
              <a:solidFill>
                <a:srgbClr val="FF0000"/>
              </a:solidFill>
              <a:latin typeface="Verdana" panose="020B0604030504040204" pitchFamily="34" charset="0"/>
              <a:ea typeface="Verdana" panose="020B0604030504040204" pitchFamily="34" charset="0"/>
            </a:endParaRPr>
          </a:p>
          <a:p>
            <a:pPr marL="0" lvl="1" algn="just">
              <a:spcBef>
                <a:spcPts val="400"/>
              </a:spcBef>
              <a:spcAft>
                <a:spcPts val="400"/>
              </a:spcAft>
              <a:buClr>
                <a:srgbClr val="4E9C82"/>
              </a:buClr>
              <a:buSzPct val="100000"/>
              <a:defRPr/>
            </a:pPr>
            <a:r>
              <a:rPr lang="fr-FR" sz="1200" kern="0" dirty="0" err="1">
                <a:latin typeface="Verdana" panose="020B0604030504040204" pitchFamily="34" charset="0"/>
                <a:ea typeface="Verdana" panose="020B0604030504040204" pitchFamily="34" charset="0"/>
              </a:rPr>
              <a:t>Xxxxx</a:t>
            </a:r>
            <a:endParaRPr lang="fr-FR" sz="1200" kern="0" dirty="0">
              <a:latin typeface="Verdana" panose="020B0604030504040204" pitchFamily="34" charset="0"/>
              <a:ea typeface="Verdana" panose="020B0604030504040204" pitchFamily="34" charset="0"/>
            </a:endParaRPr>
          </a:p>
          <a:p>
            <a:pPr marL="0" lvl="1" algn="just">
              <a:spcBef>
                <a:spcPts val="400"/>
              </a:spcBef>
              <a:spcAft>
                <a:spcPts val="400"/>
              </a:spcAft>
              <a:buClr>
                <a:srgbClr val="4E9C82"/>
              </a:buClr>
              <a:buSzPct val="100000"/>
              <a:defRPr/>
            </a:pPr>
            <a:endParaRPr lang="fr-FR" sz="1200" kern="0" dirty="0">
              <a:latin typeface="Verdana" panose="020B0604030504040204" pitchFamily="34" charset="0"/>
              <a:ea typeface="Verdana" panose="020B0604030504040204" pitchFamily="34" charset="0"/>
            </a:endParaRPr>
          </a:p>
          <a:p>
            <a:pPr marL="0" lvl="1" algn="just">
              <a:spcBef>
                <a:spcPts val="400"/>
              </a:spcBef>
              <a:spcAft>
                <a:spcPts val="400"/>
              </a:spcAft>
              <a:buClr>
                <a:srgbClr val="4E9C82"/>
              </a:buClr>
              <a:buSzPct val="100000"/>
              <a:defRPr/>
            </a:pPr>
            <a:endParaRPr lang="fr-FR" sz="1200" kern="0" dirty="0">
              <a:latin typeface="Verdana" panose="020B0604030504040204" pitchFamily="34" charset="0"/>
              <a:ea typeface="Verdana" panose="020B0604030504040204" pitchFamily="34" charset="0"/>
            </a:endParaRPr>
          </a:p>
          <a:p>
            <a:pPr marL="0" lvl="1" algn="just">
              <a:spcBef>
                <a:spcPts val="400"/>
              </a:spcBef>
              <a:spcAft>
                <a:spcPts val="400"/>
              </a:spcAft>
              <a:buClr>
                <a:srgbClr val="4E9C82"/>
              </a:buClr>
              <a:buSzPct val="100000"/>
              <a:defRPr/>
            </a:pPr>
            <a:endParaRPr lang="fr-FR" sz="1200" kern="0" dirty="0">
              <a:latin typeface="Verdana" panose="020B0604030504040204" pitchFamily="34" charset="0"/>
              <a:ea typeface="Verdana" panose="020B0604030504040204" pitchFamily="34" charset="0"/>
            </a:endParaRPr>
          </a:p>
        </p:txBody>
      </p:sp>
      <p:sp>
        <p:nvSpPr>
          <p:cNvPr id="4" name="Titre 2"/>
          <p:cNvSpPr>
            <a:spLocks noGrp="1"/>
          </p:cNvSpPr>
          <p:nvPr>
            <p:ph type="title"/>
          </p:nvPr>
        </p:nvSpPr>
        <p:spPr>
          <a:xfrm>
            <a:off x="72000" y="78517"/>
            <a:ext cx="9000000" cy="763081"/>
          </a:xfrm>
        </p:spPr>
        <p:txBody>
          <a:bodyPr/>
          <a:lstStyle/>
          <a:p>
            <a:pPr>
              <a:lnSpc>
                <a:spcPct val="100000"/>
              </a:lnSpc>
            </a:pPr>
            <a:r>
              <a:rPr lang="fr-FR" dirty="0">
                <a:cs typeface="Verdana" panose="020B0604030504040204" pitchFamily="34" charset="0"/>
              </a:rPr>
              <a:t>EXECUTIVE SUMMARY (2/X)</a:t>
            </a:r>
          </a:p>
        </p:txBody>
      </p:sp>
    </p:spTree>
    <p:extLst>
      <p:ext uri="{BB962C8B-B14F-4D97-AF65-F5344CB8AC3E}">
        <p14:creationId xmlns:p14="http://schemas.microsoft.com/office/powerpoint/2010/main" val="926288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8"/>
          <p:cNvSpPr/>
          <p:nvPr/>
        </p:nvSpPr>
        <p:spPr>
          <a:xfrm>
            <a:off x="228373" y="1691956"/>
            <a:ext cx="3241267" cy="3403885"/>
          </a:xfrm>
          <a:prstGeom prst="rect">
            <a:avLst/>
          </a:prstGeom>
          <a:solidFill>
            <a:schemeClr val="bg1"/>
          </a:solidFill>
          <a:ln w="6350">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62"/>
          </a:p>
        </p:txBody>
      </p:sp>
      <p:sp>
        <p:nvSpPr>
          <p:cNvPr id="60" name="Rectangle 59"/>
          <p:cNvSpPr/>
          <p:nvPr/>
        </p:nvSpPr>
        <p:spPr>
          <a:xfrm>
            <a:off x="4355112" y="1812712"/>
            <a:ext cx="4606245" cy="37439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spcBef>
                <a:spcPts val="400"/>
              </a:spcBef>
              <a:spcAft>
                <a:spcPts val="400"/>
              </a:spcAft>
            </a:pPr>
            <a:r>
              <a:rPr lang="fr-FR" sz="900" b="1" u="sng" dirty="0">
                <a:solidFill>
                  <a:schemeClr val="tx1"/>
                </a:solidFill>
                <a:latin typeface="Verdana" panose="020B0604030504040204" pitchFamily="34" charset="0"/>
                <a:ea typeface="Verdana" panose="020B0604030504040204" pitchFamily="34" charset="0"/>
                <a:cs typeface="Verdana" panose="020B0604030504040204" pitchFamily="34" charset="0"/>
              </a:rPr>
              <a:t>CONTRÔLE INTERNE</a:t>
            </a:r>
            <a:endParaRPr lang="fr-FR" sz="900" b="1"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algn="just">
              <a:spcBef>
                <a:spcPts val="400"/>
              </a:spcBef>
              <a:spcAft>
                <a:spcPts val="400"/>
              </a:spcAft>
            </a:pPr>
            <a:r>
              <a:rPr lang="fr-FR" sz="900" dirty="0">
                <a:solidFill>
                  <a:schemeClr val="tx1"/>
                </a:solidFill>
                <a:latin typeface="Verdana" panose="020B0604030504040204" pitchFamily="34" charset="0"/>
                <a:ea typeface="Verdana" panose="020B0604030504040204" pitchFamily="34" charset="0"/>
                <a:cs typeface="Verdana" panose="020B0604030504040204" pitchFamily="34" charset="0"/>
              </a:rPr>
              <a:t>XXX</a:t>
            </a:r>
          </a:p>
          <a:p>
            <a:pPr algn="just">
              <a:spcBef>
                <a:spcPts val="400"/>
              </a:spcBef>
              <a:spcAft>
                <a:spcPts val="400"/>
              </a:spcAft>
            </a:pPr>
            <a:r>
              <a:rPr lang="fr-FR" sz="900" dirty="0">
                <a:solidFill>
                  <a:schemeClr val="tx1"/>
                </a:solidFill>
                <a:latin typeface="Verdana" panose="020B0604030504040204" pitchFamily="34" charset="0"/>
                <a:ea typeface="Verdana" panose="020B0604030504040204" pitchFamily="34" charset="0"/>
                <a:cs typeface="Verdana" panose="020B0604030504040204" pitchFamily="34" charset="0"/>
              </a:rPr>
              <a:t>XXX</a:t>
            </a:r>
          </a:p>
          <a:p>
            <a:pPr algn="just">
              <a:spcBef>
                <a:spcPts val="400"/>
              </a:spcBef>
              <a:spcAft>
                <a:spcPts val="400"/>
              </a:spcAft>
            </a:pPr>
            <a:r>
              <a:rPr lang="fr-FR" sz="900" dirty="0">
                <a:solidFill>
                  <a:schemeClr val="tx1"/>
                </a:solidFill>
                <a:latin typeface="Verdana" panose="020B0604030504040204" pitchFamily="34" charset="0"/>
                <a:ea typeface="Verdana" panose="020B0604030504040204" pitchFamily="34" charset="0"/>
                <a:cs typeface="Verdana" panose="020B0604030504040204" pitchFamily="34" charset="0"/>
              </a:rPr>
              <a:t>XXX</a:t>
            </a:r>
          </a:p>
          <a:p>
            <a:pPr algn="just">
              <a:spcBef>
                <a:spcPts val="400"/>
              </a:spcBef>
              <a:spcAft>
                <a:spcPts val="400"/>
              </a:spcAft>
            </a:pPr>
            <a:endParaRPr lang="fr-FR" sz="900"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algn="just">
              <a:spcBef>
                <a:spcPts val="400"/>
              </a:spcBef>
              <a:spcAft>
                <a:spcPts val="400"/>
              </a:spcAft>
            </a:pPr>
            <a:r>
              <a:rPr lang="fr-FR" sz="900" b="1" u="sng" dirty="0">
                <a:solidFill>
                  <a:schemeClr val="tx1"/>
                </a:solidFill>
                <a:latin typeface="Verdana" panose="020B0604030504040204" pitchFamily="34" charset="0"/>
                <a:ea typeface="Verdana" panose="020B0604030504040204" pitchFamily="34" charset="0"/>
                <a:cs typeface="Verdana" panose="020B0604030504040204" pitchFamily="34" charset="0"/>
              </a:rPr>
              <a:t>MAÎTRISE DES RISQUES</a:t>
            </a:r>
            <a:endParaRPr lang="fr-FR" sz="900" b="1"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algn="just">
              <a:spcBef>
                <a:spcPts val="400"/>
              </a:spcBef>
              <a:spcAft>
                <a:spcPts val="400"/>
              </a:spcAft>
            </a:pPr>
            <a:r>
              <a:rPr lang="fr-FR" sz="900" dirty="0">
                <a:solidFill>
                  <a:schemeClr val="tx1"/>
                </a:solidFill>
                <a:latin typeface="Verdana" panose="020B0604030504040204" pitchFamily="34" charset="0"/>
                <a:ea typeface="Verdana" panose="020B0604030504040204" pitchFamily="34" charset="0"/>
                <a:cs typeface="Verdana" panose="020B0604030504040204" pitchFamily="34" charset="0"/>
              </a:rPr>
              <a:t>XXX</a:t>
            </a:r>
          </a:p>
          <a:p>
            <a:pPr algn="just">
              <a:spcBef>
                <a:spcPts val="400"/>
              </a:spcBef>
              <a:spcAft>
                <a:spcPts val="400"/>
              </a:spcAft>
            </a:pPr>
            <a:r>
              <a:rPr lang="fr-FR" sz="900" dirty="0">
                <a:solidFill>
                  <a:schemeClr val="tx1"/>
                </a:solidFill>
                <a:latin typeface="Verdana" panose="020B0604030504040204" pitchFamily="34" charset="0"/>
                <a:ea typeface="Verdana" panose="020B0604030504040204" pitchFamily="34" charset="0"/>
                <a:cs typeface="Verdana" panose="020B0604030504040204" pitchFamily="34" charset="0"/>
              </a:rPr>
              <a:t>XXX</a:t>
            </a:r>
          </a:p>
          <a:p>
            <a:pPr algn="just">
              <a:spcBef>
                <a:spcPts val="400"/>
              </a:spcBef>
              <a:spcAft>
                <a:spcPts val="400"/>
              </a:spcAft>
            </a:pPr>
            <a:r>
              <a:rPr lang="fr-FR" sz="900" dirty="0">
                <a:solidFill>
                  <a:schemeClr val="tx1"/>
                </a:solidFill>
                <a:latin typeface="Verdana" panose="020B0604030504040204" pitchFamily="34" charset="0"/>
                <a:ea typeface="Verdana" panose="020B0604030504040204" pitchFamily="34" charset="0"/>
                <a:cs typeface="Verdana" panose="020B0604030504040204" pitchFamily="34" charset="0"/>
              </a:rPr>
              <a:t>XXX</a:t>
            </a:r>
          </a:p>
          <a:p>
            <a:pPr algn="just">
              <a:spcBef>
                <a:spcPts val="400"/>
              </a:spcBef>
              <a:spcAft>
                <a:spcPts val="400"/>
              </a:spcAft>
            </a:pPr>
            <a:endParaRPr lang="fr-FR" sz="900"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algn="just">
              <a:spcBef>
                <a:spcPts val="400"/>
              </a:spcBef>
              <a:spcAft>
                <a:spcPts val="400"/>
              </a:spcAft>
            </a:pPr>
            <a:r>
              <a:rPr lang="fr-FR" sz="900" b="1" u="sng" dirty="0">
                <a:solidFill>
                  <a:schemeClr val="tx1"/>
                </a:solidFill>
                <a:latin typeface="Verdana" panose="020B0604030504040204" pitchFamily="34" charset="0"/>
                <a:ea typeface="Verdana" panose="020B0604030504040204" pitchFamily="34" charset="0"/>
                <a:cs typeface="Verdana" panose="020B0604030504040204" pitchFamily="34" charset="0"/>
              </a:rPr>
              <a:t>GOUVERNANCE</a:t>
            </a:r>
            <a:endParaRPr lang="fr-FR" sz="900" b="1"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algn="just">
              <a:spcBef>
                <a:spcPts val="400"/>
              </a:spcBef>
              <a:spcAft>
                <a:spcPts val="400"/>
              </a:spcAft>
            </a:pPr>
            <a:r>
              <a:rPr lang="fr-FR" sz="900" dirty="0">
                <a:solidFill>
                  <a:schemeClr val="tx1"/>
                </a:solidFill>
                <a:latin typeface="Verdana" panose="020B0604030504040204" pitchFamily="34" charset="0"/>
                <a:ea typeface="Verdana" panose="020B0604030504040204" pitchFamily="34" charset="0"/>
                <a:cs typeface="Verdana" panose="020B0604030504040204" pitchFamily="34" charset="0"/>
              </a:rPr>
              <a:t>XXX</a:t>
            </a:r>
          </a:p>
          <a:p>
            <a:pPr algn="just">
              <a:spcBef>
                <a:spcPts val="400"/>
              </a:spcBef>
              <a:spcAft>
                <a:spcPts val="400"/>
              </a:spcAft>
            </a:pPr>
            <a:r>
              <a:rPr lang="fr-FR" sz="900" dirty="0">
                <a:solidFill>
                  <a:schemeClr val="tx1"/>
                </a:solidFill>
                <a:latin typeface="Verdana" panose="020B0604030504040204" pitchFamily="34" charset="0"/>
                <a:ea typeface="Verdana" panose="020B0604030504040204" pitchFamily="34" charset="0"/>
                <a:cs typeface="Verdana" panose="020B0604030504040204" pitchFamily="34" charset="0"/>
              </a:rPr>
              <a:t>XXX</a:t>
            </a:r>
          </a:p>
          <a:p>
            <a:pPr algn="just">
              <a:spcBef>
                <a:spcPts val="400"/>
              </a:spcBef>
              <a:spcAft>
                <a:spcPts val="400"/>
              </a:spcAft>
            </a:pPr>
            <a:r>
              <a:rPr lang="fr-FR" sz="900" dirty="0">
                <a:solidFill>
                  <a:schemeClr val="tx1"/>
                </a:solidFill>
                <a:latin typeface="Verdana" panose="020B0604030504040204" pitchFamily="34" charset="0"/>
                <a:ea typeface="Verdana" panose="020B0604030504040204" pitchFamily="34" charset="0"/>
                <a:cs typeface="Verdana" panose="020B0604030504040204" pitchFamily="34" charset="0"/>
              </a:rPr>
              <a:t>XXX</a:t>
            </a:r>
          </a:p>
        </p:txBody>
      </p:sp>
      <p:pic>
        <p:nvPicPr>
          <p:cNvPr id="66" name="Image 65"/>
          <p:cNvPicPr>
            <a:picLocks noChangeAspect="1"/>
          </p:cNvPicPr>
          <p:nvPr/>
        </p:nvPicPr>
        <p:blipFill>
          <a:blip r:embed="rId3"/>
          <a:stretch>
            <a:fillRect/>
          </a:stretch>
        </p:blipFill>
        <p:spPr>
          <a:xfrm>
            <a:off x="138325" y="1562916"/>
            <a:ext cx="603503" cy="682482"/>
          </a:xfrm>
          <a:prstGeom prst="rect">
            <a:avLst/>
          </a:prstGeom>
        </p:spPr>
      </p:pic>
      <p:cxnSp>
        <p:nvCxnSpPr>
          <p:cNvPr id="67" name="Connecteur droit 66"/>
          <p:cNvCxnSpPr/>
          <p:nvPr/>
        </p:nvCxnSpPr>
        <p:spPr>
          <a:xfrm flipV="1">
            <a:off x="3469639" y="1691954"/>
            <a:ext cx="5549538" cy="0"/>
          </a:xfrm>
          <a:prstGeom prst="line">
            <a:avLst/>
          </a:prstGeom>
          <a:solidFill>
            <a:schemeClr val="bg1"/>
          </a:solidFill>
          <a:ln w="6350">
            <a:solidFill>
              <a:schemeClr val="bg1">
                <a:lumMod val="65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68" name="Connecteur droit 67"/>
          <p:cNvCxnSpPr/>
          <p:nvPr/>
        </p:nvCxnSpPr>
        <p:spPr>
          <a:xfrm>
            <a:off x="3469639" y="5095839"/>
            <a:ext cx="778227" cy="371008"/>
          </a:xfrm>
          <a:prstGeom prst="line">
            <a:avLst/>
          </a:prstGeom>
          <a:solidFill>
            <a:schemeClr val="bg1"/>
          </a:solidFill>
          <a:ln w="6350">
            <a:solidFill>
              <a:schemeClr val="bg1">
                <a:lumMod val="65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69" name="Connecteur droit 68"/>
          <p:cNvCxnSpPr/>
          <p:nvPr/>
        </p:nvCxnSpPr>
        <p:spPr>
          <a:xfrm>
            <a:off x="4247866" y="5466847"/>
            <a:ext cx="4771313" cy="0"/>
          </a:xfrm>
          <a:prstGeom prst="line">
            <a:avLst/>
          </a:prstGeom>
          <a:solidFill>
            <a:schemeClr val="bg1"/>
          </a:solidFill>
          <a:ln w="6350">
            <a:solidFill>
              <a:schemeClr val="bg1">
                <a:lumMod val="65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sp>
        <p:nvSpPr>
          <p:cNvPr id="71" name="Ellipse 70"/>
          <p:cNvSpPr/>
          <p:nvPr/>
        </p:nvSpPr>
        <p:spPr>
          <a:xfrm>
            <a:off x="4114943" y="2347121"/>
            <a:ext cx="132923" cy="132923"/>
          </a:xfrm>
          <a:prstGeom prst="ellipse">
            <a:avLst/>
          </a:prstGeom>
          <a:solidFill>
            <a:srgbClr val="007C30"/>
          </a:solidFill>
          <a:ln>
            <a:solidFill>
              <a:srgbClr val="007C3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fr-FR" sz="923" b="1" dirty="0">
                <a:latin typeface="Verdana" panose="020B0604030504040204" pitchFamily="34" charset="0"/>
                <a:ea typeface="Verdana" panose="020B0604030504040204" pitchFamily="34" charset="0"/>
                <a:cs typeface="Verdana" panose="020B0604030504040204" pitchFamily="34" charset="0"/>
              </a:rPr>
              <a:t>+</a:t>
            </a:r>
          </a:p>
        </p:txBody>
      </p:sp>
      <p:sp>
        <p:nvSpPr>
          <p:cNvPr id="75" name="Ellipse 74"/>
          <p:cNvSpPr/>
          <p:nvPr/>
        </p:nvSpPr>
        <p:spPr>
          <a:xfrm>
            <a:off x="4272952" y="2347121"/>
            <a:ext cx="132923" cy="13292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fr-FR" sz="923" b="1" dirty="0">
                <a:latin typeface="Verdana" panose="020B0604030504040204" pitchFamily="34" charset="0"/>
                <a:ea typeface="Verdana" panose="020B0604030504040204" pitchFamily="34" charset="0"/>
                <a:cs typeface="Verdana" panose="020B0604030504040204" pitchFamily="34" charset="0"/>
              </a:rPr>
              <a:t>-</a:t>
            </a:r>
          </a:p>
        </p:txBody>
      </p:sp>
      <p:sp>
        <p:nvSpPr>
          <p:cNvPr id="76" name="Ellipse 75"/>
          <p:cNvSpPr/>
          <p:nvPr/>
        </p:nvSpPr>
        <p:spPr>
          <a:xfrm>
            <a:off x="4193948" y="2579260"/>
            <a:ext cx="132923" cy="13292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fr-FR" sz="923" b="1" dirty="0">
                <a:latin typeface="Verdana" panose="020B0604030504040204" pitchFamily="34" charset="0"/>
                <a:ea typeface="Verdana" panose="020B0604030504040204" pitchFamily="34" charset="0"/>
                <a:cs typeface="Verdana" panose="020B0604030504040204" pitchFamily="34" charset="0"/>
              </a:rPr>
              <a:t>-</a:t>
            </a:r>
          </a:p>
        </p:txBody>
      </p:sp>
      <p:sp>
        <p:nvSpPr>
          <p:cNvPr id="82" name="ZoneTexte 81"/>
          <p:cNvSpPr txBox="1"/>
          <p:nvPr/>
        </p:nvSpPr>
        <p:spPr>
          <a:xfrm>
            <a:off x="1235088" y="618520"/>
            <a:ext cx="3286112" cy="1191816"/>
          </a:xfrm>
          <a:prstGeom prst="wedgeRoundRectCallout">
            <a:avLst>
              <a:gd name="adj1" fmla="val 3503"/>
              <a:gd name="adj2" fmla="val 92309"/>
              <a:gd name="adj3" fmla="val 16667"/>
            </a:avLst>
          </a:prstGeom>
          <a:solidFill>
            <a:srgbClr val="00B050"/>
          </a:solidFill>
          <a:ln>
            <a:noFill/>
          </a:ln>
        </p:spPr>
        <p:txBody>
          <a:bodyPr wrap="square" rtlCol="0" anchor="ctr">
            <a:spAutoFit/>
          </a:bodyPr>
          <a:lstStyle/>
          <a:p>
            <a:pPr marL="171450" indent="-171450" algn="just">
              <a:buClrTx/>
              <a:buFont typeface="Verdana" panose="020B0604030504040204" pitchFamily="34" charset="0"/>
              <a:buChar char="−"/>
            </a:pPr>
            <a:r>
              <a:rPr lang="fr-FR" sz="800" b="1" i="1" dirty="0">
                <a:solidFill>
                  <a:schemeClr val="bg1"/>
                </a:solidFill>
                <a:latin typeface="Verdana" panose="020B0604030504040204" pitchFamily="34" charset="0"/>
                <a:ea typeface="Verdana" panose="020B0604030504040204" pitchFamily="34" charset="0"/>
                <a:cs typeface="Verdana" panose="020B0604030504040204" pitchFamily="34" charset="0"/>
              </a:rPr>
              <a:t>Souligner et mettre en gras les éléments sélectionnés pour l'opinion de la mission / Griser les éléments GRC qui n’ont pas été couverts par la présente mission </a:t>
            </a:r>
          </a:p>
          <a:p>
            <a:pPr marL="171450" indent="-171450" algn="just">
              <a:buClrTx/>
              <a:buFont typeface="Verdana" panose="020B0604030504040204" pitchFamily="34" charset="0"/>
              <a:buChar char="−"/>
            </a:pPr>
            <a:r>
              <a:rPr lang="fr-FR" sz="800" b="1" i="1" dirty="0">
                <a:solidFill>
                  <a:schemeClr val="bg1"/>
                </a:solidFill>
                <a:latin typeface="Verdana" panose="020B0604030504040204" pitchFamily="34" charset="0"/>
                <a:ea typeface="Verdana" panose="020B0604030504040204" pitchFamily="34" charset="0"/>
                <a:cs typeface="Verdana" panose="020B0604030504040204" pitchFamily="34" charset="0"/>
              </a:rPr>
              <a:t>Modifier les données Excel du demi-cercle pour que l’aiguille se place automatiquement.</a:t>
            </a:r>
          </a:p>
          <a:p>
            <a:pPr marL="171450" indent="-171450" algn="just">
              <a:buClrTx/>
              <a:buFont typeface="Verdana" panose="020B0604030504040204" pitchFamily="34" charset="0"/>
              <a:buChar char="−"/>
            </a:pPr>
            <a:r>
              <a:rPr lang="fr-FR" sz="800" b="1" i="1" dirty="0">
                <a:solidFill>
                  <a:schemeClr val="bg1"/>
                </a:solidFill>
                <a:latin typeface="Verdana" panose="020B0604030504040204" pitchFamily="34" charset="0"/>
                <a:ea typeface="Verdana" panose="020B0604030504040204" pitchFamily="34" charset="0"/>
                <a:cs typeface="Verdana" panose="020B0604030504040204" pitchFamily="34" charset="0"/>
              </a:rPr>
              <a:t>Cette opinion doit systématiquement concorder avec celle de la synthèse de la mission</a:t>
            </a:r>
          </a:p>
        </p:txBody>
      </p:sp>
      <p:sp>
        <p:nvSpPr>
          <p:cNvPr id="84" name="Ellipse 83"/>
          <p:cNvSpPr/>
          <p:nvPr/>
        </p:nvSpPr>
        <p:spPr>
          <a:xfrm>
            <a:off x="4193948" y="2108108"/>
            <a:ext cx="132923" cy="132923"/>
          </a:xfrm>
          <a:prstGeom prst="ellipse">
            <a:avLst/>
          </a:prstGeom>
          <a:solidFill>
            <a:srgbClr val="007C30"/>
          </a:solidFill>
          <a:ln>
            <a:solidFill>
              <a:srgbClr val="007C3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fr-FR" sz="923" b="1" dirty="0">
                <a:latin typeface="Verdana" panose="020B0604030504040204" pitchFamily="34" charset="0"/>
                <a:ea typeface="Verdana" panose="020B0604030504040204" pitchFamily="34" charset="0"/>
                <a:cs typeface="Verdana" panose="020B0604030504040204" pitchFamily="34" charset="0"/>
              </a:rPr>
              <a:t>+</a:t>
            </a:r>
          </a:p>
        </p:txBody>
      </p:sp>
      <p:sp>
        <p:nvSpPr>
          <p:cNvPr id="86" name="Ellipse 85"/>
          <p:cNvSpPr/>
          <p:nvPr/>
        </p:nvSpPr>
        <p:spPr>
          <a:xfrm>
            <a:off x="4114943" y="3537756"/>
            <a:ext cx="132923" cy="132923"/>
          </a:xfrm>
          <a:prstGeom prst="ellipse">
            <a:avLst/>
          </a:prstGeom>
          <a:solidFill>
            <a:srgbClr val="007C30"/>
          </a:solidFill>
          <a:ln>
            <a:solidFill>
              <a:srgbClr val="007C3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fr-FR" sz="923" b="1" dirty="0">
                <a:latin typeface="Verdana" panose="020B0604030504040204" pitchFamily="34" charset="0"/>
                <a:ea typeface="Verdana" panose="020B0604030504040204" pitchFamily="34" charset="0"/>
                <a:cs typeface="Verdana" panose="020B0604030504040204" pitchFamily="34" charset="0"/>
              </a:rPr>
              <a:t>+</a:t>
            </a:r>
          </a:p>
        </p:txBody>
      </p:sp>
      <p:sp>
        <p:nvSpPr>
          <p:cNvPr id="87" name="Ellipse 86"/>
          <p:cNvSpPr/>
          <p:nvPr/>
        </p:nvSpPr>
        <p:spPr>
          <a:xfrm>
            <a:off x="4272952" y="3537756"/>
            <a:ext cx="132923" cy="13292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fr-FR" sz="923" b="1" dirty="0">
                <a:latin typeface="Verdana" panose="020B0604030504040204" pitchFamily="34" charset="0"/>
                <a:ea typeface="Verdana" panose="020B0604030504040204" pitchFamily="34" charset="0"/>
                <a:cs typeface="Verdana" panose="020B0604030504040204" pitchFamily="34" charset="0"/>
              </a:rPr>
              <a:t>-</a:t>
            </a:r>
          </a:p>
        </p:txBody>
      </p:sp>
      <p:sp>
        <p:nvSpPr>
          <p:cNvPr id="88" name="Ellipse 87"/>
          <p:cNvSpPr/>
          <p:nvPr/>
        </p:nvSpPr>
        <p:spPr>
          <a:xfrm>
            <a:off x="4193948" y="3769894"/>
            <a:ext cx="132923" cy="13292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fr-FR" sz="923" b="1" dirty="0">
                <a:latin typeface="Verdana" panose="020B0604030504040204" pitchFamily="34" charset="0"/>
                <a:ea typeface="Verdana" panose="020B0604030504040204" pitchFamily="34" charset="0"/>
                <a:cs typeface="Verdana" panose="020B0604030504040204" pitchFamily="34" charset="0"/>
              </a:rPr>
              <a:t>-</a:t>
            </a:r>
          </a:p>
        </p:txBody>
      </p:sp>
      <p:sp>
        <p:nvSpPr>
          <p:cNvPr id="89" name="Ellipse 88"/>
          <p:cNvSpPr/>
          <p:nvPr/>
        </p:nvSpPr>
        <p:spPr>
          <a:xfrm>
            <a:off x="4193948" y="3296363"/>
            <a:ext cx="132923" cy="132923"/>
          </a:xfrm>
          <a:prstGeom prst="ellipse">
            <a:avLst/>
          </a:prstGeom>
          <a:solidFill>
            <a:srgbClr val="007C30"/>
          </a:solidFill>
          <a:ln>
            <a:solidFill>
              <a:srgbClr val="007C3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fr-FR" sz="923" b="1" dirty="0">
                <a:latin typeface="Verdana" panose="020B0604030504040204" pitchFamily="34" charset="0"/>
                <a:ea typeface="Verdana" panose="020B0604030504040204" pitchFamily="34" charset="0"/>
                <a:cs typeface="Verdana" panose="020B0604030504040204" pitchFamily="34" charset="0"/>
              </a:rPr>
              <a:t>+</a:t>
            </a:r>
          </a:p>
        </p:txBody>
      </p:sp>
      <p:sp>
        <p:nvSpPr>
          <p:cNvPr id="90" name="Ellipse 89"/>
          <p:cNvSpPr/>
          <p:nvPr/>
        </p:nvSpPr>
        <p:spPr>
          <a:xfrm>
            <a:off x="4114943" y="4733158"/>
            <a:ext cx="132923" cy="132923"/>
          </a:xfrm>
          <a:prstGeom prst="ellipse">
            <a:avLst/>
          </a:prstGeom>
          <a:solidFill>
            <a:srgbClr val="007C30"/>
          </a:solidFill>
          <a:ln>
            <a:solidFill>
              <a:srgbClr val="007C3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fr-FR" sz="923" b="1" dirty="0">
                <a:latin typeface="Verdana" panose="020B0604030504040204" pitchFamily="34" charset="0"/>
                <a:ea typeface="Verdana" panose="020B0604030504040204" pitchFamily="34" charset="0"/>
                <a:cs typeface="Verdana" panose="020B0604030504040204" pitchFamily="34" charset="0"/>
              </a:rPr>
              <a:t>+</a:t>
            </a:r>
          </a:p>
        </p:txBody>
      </p:sp>
      <p:sp>
        <p:nvSpPr>
          <p:cNvPr id="91" name="Ellipse 90"/>
          <p:cNvSpPr/>
          <p:nvPr/>
        </p:nvSpPr>
        <p:spPr>
          <a:xfrm>
            <a:off x="4272952" y="4733158"/>
            <a:ext cx="132923" cy="13292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fr-FR" sz="923" b="1" dirty="0">
                <a:latin typeface="Verdana" panose="020B0604030504040204" pitchFamily="34" charset="0"/>
                <a:ea typeface="Verdana" panose="020B0604030504040204" pitchFamily="34" charset="0"/>
                <a:cs typeface="Verdana" panose="020B0604030504040204" pitchFamily="34" charset="0"/>
              </a:rPr>
              <a:t>-</a:t>
            </a:r>
          </a:p>
        </p:txBody>
      </p:sp>
      <p:sp>
        <p:nvSpPr>
          <p:cNvPr id="92" name="Ellipse 91"/>
          <p:cNvSpPr/>
          <p:nvPr/>
        </p:nvSpPr>
        <p:spPr>
          <a:xfrm>
            <a:off x="4193948" y="4962918"/>
            <a:ext cx="132923" cy="13292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fr-FR" sz="923" b="1" dirty="0">
                <a:latin typeface="Verdana" panose="020B0604030504040204" pitchFamily="34" charset="0"/>
                <a:ea typeface="Verdana" panose="020B0604030504040204" pitchFamily="34" charset="0"/>
                <a:cs typeface="Verdana" panose="020B0604030504040204" pitchFamily="34" charset="0"/>
              </a:rPr>
              <a:t>-</a:t>
            </a:r>
          </a:p>
        </p:txBody>
      </p:sp>
      <p:sp>
        <p:nvSpPr>
          <p:cNvPr id="93" name="Ellipse 92"/>
          <p:cNvSpPr/>
          <p:nvPr/>
        </p:nvSpPr>
        <p:spPr>
          <a:xfrm>
            <a:off x="4193948" y="4494145"/>
            <a:ext cx="132923" cy="132923"/>
          </a:xfrm>
          <a:prstGeom prst="ellipse">
            <a:avLst/>
          </a:prstGeom>
          <a:solidFill>
            <a:srgbClr val="007C30"/>
          </a:solidFill>
          <a:ln>
            <a:solidFill>
              <a:srgbClr val="007C3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fr-FR" sz="923" b="1" dirty="0">
                <a:latin typeface="Verdana" panose="020B0604030504040204" pitchFamily="34" charset="0"/>
                <a:ea typeface="Verdana" panose="020B0604030504040204" pitchFamily="34" charset="0"/>
                <a:cs typeface="Verdana" panose="020B0604030504040204" pitchFamily="34" charset="0"/>
              </a:rPr>
              <a:t>+</a:t>
            </a:r>
          </a:p>
        </p:txBody>
      </p:sp>
      <p:sp>
        <p:nvSpPr>
          <p:cNvPr id="41" name="Rectangle 40"/>
          <p:cNvSpPr/>
          <p:nvPr/>
        </p:nvSpPr>
        <p:spPr>
          <a:xfrm>
            <a:off x="627719" y="1749957"/>
            <a:ext cx="2442575" cy="230832"/>
          </a:xfrm>
          <a:prstGeom prst="rect">
            <a:avLst/>
          </a:prstGeom>
        </p:spPr>
        <p:txBody>
          <a:bodyPr wrap="square">
            <a:spAutoFit/>
          </a:bodyPr>
          <a:lstStyle/>
          <a:p>
            <a:pPr algn="ctr">
              <a:defRPr sz="1000" b="0" i="0" u="sng" strike="noStrike" kern="1200" spc="0" baseline="0">
                <a:solidFill>
                  <a:srgbClr val="000000">
                    <a:lumMod val="65000"/>
                    <a:lumOff val="35000"/>
                  </a:srgbClr>
                </a:solidFill>
                <a:latin typeface="+mn-lt"/>
                <a:ea typeface="+mn-ea"/>
                <a:cs typeface="+mn-cs"/>
              </a:defRPr>
            </a:pPr>
            <a:r>
              <a:rPr lang="fr-FR" sz="900" b="1" dirty="0">
                <a:solidFill>
                  <a:schemeClr val="tx1">
                    <a:lumMod val="95000"/>
                    <a:lumOff val="5000"/>
                  </a:schemeClr>
                </a:solidFill>
                <a:latin typeface="Verdana" panose="020B0604030504040204" pitchFamily="34" charset="0"/>
                <a:ea typeface="Verdana" panose="020B0604030504040204" pitchFamily="34" charset="0"/>
                <a:cs typeface="Verdana" panose="020B0604030504040204" pitchFamily="34" charset="0"/>
              </a:rPr>
              <a:t>OPINION SUR LA MISSION</a:t>
            </a:r>
          </a:p>
        </p:txBody>
      </p:sp>
      <p:graphicFrame>
        <p:nvGraphicFramePr>
          <p:cNvPr id="43" name="Graphique 42"/>
          <p:cNvGraphicFramePr/>
          <p:nvPr/>
        </p:nvGraphicFramePr>
        <p:xfrm>
          <a:off x="739992" y="2052316"/>
          <a:ext cx="2207561" cy="1794709"/>
        </p:xfrm>
        <a:graphic>
          <a:graphicData uri="http://schemas.openxmlformats.org/drawingml/2006/chart">
            <c:chart xmlns:c="http://schemas.openxmlformats.org/drawingml/2006/chart" xmlns:r="http://schemas.openxmlformats.org/officeDocument/2006/relationships" r:id="rId4"/>
          </a:graphicData>
        </a:graphic>
      </p:graphicFrame>
      <p:sp>
        <p:nvSpPr>
          <p:cNvPr id="44" name="ZoneTexte 52"/>
          <p:cNvSpPr txBox="1"/>
          <p:nvPr/>
        </p:nvSpPr>
        <p:spPr>
          <a:xfrm>
            <a:off x="382903" y="3049842"/>
            <a:ext cx="2935707" cy="2031325"/>
          </a:xfrm>
          <a:prstGeom prst="rect">
            <a:avLst/>
          </a:prstGeom>
          <a:noFill/>
        </p:spPr>
        <p:txBody>
          <a:bodyPr wrap="square" rtlCol="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just"/>
            <a:r>
              <a:rPr lang="fr-FR" sz="900" dirty="0">
                <a:latin typeface="Verdana" panose="020B0604030504040204" pitchFamily="34" charset="0"/>
                <a:ea typeface="Verdana" panose="020B0604030504040204" pitchFamily="34" charset="0"/>
                <a:cs typeface="Verdana" panose="020B0604030504040204" pitchFamily="34" charset="0"/>
              </a:rPr>
              <a:t>Sur la base de l’évaluation des trois éléments suivants :</a:t>
            </a:r>
          </a:p>
          <a:p>
            <a:pPr marL="171450" indent="-171450" algn="just">
              <a:buFontTx/>
              <a:buChar char="-"/>
            </a:pPr>
            <a:r>
              <a:rPr lang="fr-FR" sz="900" dirty="0">
                <a:latin typeface="Verdana" panose="020B0604030504040204" pitchFamily="34" charset="0"/>
                <a:ea typeface="Verdana" panose="020B0604030504040204" pitchFamily="34" charset="0"/>
                <a:cs typeface="Verdana" panose="020B0604030504040204" pitchFamily="34" charset="0"/>
              </a:rPr>
              <a:t>Dispositif de contrôle interne du périmètre audité : insatisfaisant ; améliorations substantielles nécessaires ; </a:t>
            </a:r>
            <a:r>
              <a:rPr lang="fr-FR" sz="900" b="1" u="sng" dirty="0">
                <a:latin typeface="Verdana" panose="020B0604030504040204" pitchFamily="34" charset="0"/>
                <a:ea typeface="Verdana" panose="020B0604030504040204" pitchFamily="34" charset="0"/>
                <a:cs typeface="Verdana" panose="020B0604030504040204" pitchFamily="34" charset="0"/>
              </a:rPr>
              <a:t>quelques améliorations nécessaires</a:t>
            </a:r>
            <a:r>
              <a:rPr lang="fr-FR" sz="900" dirty="0">
                <a:latin typeface="Verdana" panose="020B0604030504040204" pitchFamily="34" charset="0"/>
                <a:ea typeface="Verdana" panose="020B0604030504040204" pitchFamily="34" charset="0"/>
                <a:cs typeface="Verdana" panose="020B0604030504040204" pitchFamily="34" charset="0"/>
              </a:rPr>
              <a:t> ; satisfaisant ;</a:t>
            </a:r>
          </a:p>
          <a:p>
            <a:pPr marL="171450" indent="-171450" algn="just">
              <a:buFontTx/>
              <a:buChar char="-"/>
            </a:pPr>
            <a:r>
              <a:rPr lang="fr-FR" sz="900" dirty="0">
                <a:latin typeface="Verdana" panose="020B0604030504040204" pitchFamily="34" charset="0"/>
                <a:ea typeface="Verdana" panose="020B0604030504040204" pitchFamily="34" charset="0"/>
                <a:cs typeface="Verdana" panose="020B0604030504040204" pitchFamily="34" charset="0"/>
              </a:rPr>
              <a:t>Maîtrise des risques soulevés dans le cadre de la mission : insatisfaisant ; améliorations substantielles nécessaires ; </a:t>
            </a:r>
            <a:r>
              <a:rPr lang="fr-FR" sz="900" b="1" u="sng" dirty="0">
                <a:latin typeface="Verdana" panose="020B0604030504040204" pitchFamily="34" charset="0"/>
                <a:ea typeface="Verdana" panose="020B0604030504040204" pitchFamily="34" charset="0"/>
                <a:cs typeface="Verdana" panose="020B0604030504040204" pitchFamily="34" charset="0"/>
              </a:rPr>
              <a:t>quelques améliorations nécessaires</a:t>
            </a:r>
            <a:r>
              <a:rPr lang="fr-FR" sz="900" dirty="0">
                <a:latin typeface="Verdana" panose="020B0604030504040204" pitchFamily="34" charset="0"/>
                <a:ea typeface="Verdana" panose="020B0604030504040204" pitchFamily="34" charset="0"/>
                <a:cs typeface="Verdana" panose="020B0604030504040204" pitchFamily="34" charset="0"/>
              </a:rPr>
              <a:t> ; satisfaisant ;</a:t>
            </a:r>
          </a:p>
          <a:p>
            <a:pPr marL="171450" indent="-171450" algn="just">
              <a:buFontTx/>
              <a:buChar char="-"/>
            </a:pPr>
            <a:r>
              <a:rPr lang="fr-FR" sz="900" dirty="0">
                <a:latin typeface="Verdana" panose="020B0604030504040204" pitchFamily="34" charset="0"/>
                <a:ea typeface="Verdana" panose="020B0604030504040204" pitchFamily="34" charset="0"/>
                <a:cs typeface="Verdana" panose="020B0604030504040204" pitchFamily="34" charset="0"/>
              </a:rPr>
              <a:t>Gouvernance relative au périmètre audité : insatisfaisant ; améliorations substantielles nécessaires ; </a:t>
            </a:r>
            <a:r>
              <a:rPr lang="fr-FR" sz="900" b="1" u="sng" dirty="0">
                <a:latin typeface="Verdana" panose="020B0604030504040204" pitchFamily="34" charset="0"/>
                <a:ea typeface="Verdana" panose="020B0604030504040204" pitchFamily="34" charset="0"/>
                <a:cs typeface="Verdana" panose="020B0604030504040204" pitchFamily="34" charset="0"/>
              </a:rPr>
              <a:t>quelques améliorations nécessaires</a:t>
            </a:r>
            <a:r>
              <a:rPr lang="fr-FR" sz="900" dirty="0">
                <a:latin typeface="Verdana" panose="020B0604030504040204" pitchFamily="34" charset="0"/>
                <a:ea typeface="Verdana" panose="020B0604030504040204" pitchFamily="34" charset="0"/>
                <a:cs typeface="Verdana" panose="020B0604030504040204" pitchFamily="34" charset="0"/>
              </a:rPr>
              <a:t> ; satisfaisant.</a:t>
            </a:r>
          </a:p>
        </p:txBody>
      </p:sp>
      <p:sp>
        <p:nvSpPr>
          <p:cNvPr id="42" name="ZoneTexte 41"/>
          <p:cNvSpPr txBox="1"/>
          <p:nvPr/>
        </p:nvSpPr>
        <p:spPr>
          <a:xfrm>
            <a:off x="5872826" y="1973923"/>
            <a:ext cx="2598075" cy="510778"/>
          </a:xfrm>
          <a:prstGeom prst="wedgeRoundRectCallout">
            <a:avLst>
              <a:gd name="adj1" fmla="val -69191"/>
              <a:gd name="adj2" fmla="val 9106"/>
              <a:gd name="adj3" fmla="val 16667"/>
            </a:avLst>
          </a:prstGeom>
          <a:solidFill>
            <a:srgbClr val="00B050"/>
          </a:solidFill>
          <a:ln>
            <a:noFill/>
          </a:ln>
        </p:spPr>
        <p:txBody>
          <a:bodyPr wrap="square" rtlCol="0" anchor="ctr">
            <a:spAutoFit/>
          </a:bodyPr>
          <a:lstStyle/>
          <a:p>
            <a:pPr algn="just"/>
            <a:r>
              <a:rPr lang="fr-FR" sz="800" b="1" i="1" dirty="0">
                <a:solidFill>
                  <a:schemeClr val="bg1"/>
                </a:solidFill>
                <a:latin typeface="Verdana" panose="020B0604030504040204" pitchFamily="34" charset="0"/>
                <a:ea typeface="Verdana" panose="020B0604030504040204" pitchFamily="34" charset="0"/>
                <a:cs typeface="Verdana" panose="020B0604030504040204" pitchFamily="34" charset="0"/>
              </a:rPr>
              <a:t>Renseigner les éléments + et – justifiant la sélection (quand couvert, si non retirer la partie)</a:t>
            </a:r>
          </a:p>
        </p:txBody>
      </p:sp>
      <p:sp>
        <p:nvSpPr>
          <p:cNvPr id="45" name="ZoneTexte 44"/>
          <p:cNvSpPr txBox="1"/>
          <p:nvPr/>
        </p:nvSpPr>
        <p:spPr>
          <a:xfrm>
            <a:off x="5872826" y="3409573"/>
            <a:ext cx="2598075" cy="510778"/>
          </a:xfrm>
          <a:prstGeom prst="wedgeRoundRectCallout">
            <a:avLst>
              <a:gd name="adj1" fmla="val -69191"/>
              <a:gd name="adj2" fmla="val 9106"/>
              <a:gd name="adj3" fmla="val 16667"/>
            </a:avLst>
          </a:prstGeom>
          <a:solidFill>
            <a:srgbClr val="00B050"/>
          </a:solidFill>
          <a:ln>
            <a:noFill/>
          </a:ln>
        </p:spPr>
        <p:txBody>
          <a:bodyPr wrap="square" rtlCol="0" anchor="ctr">
            <a:spAutoFit/>
          </a:bodyPr>
          <a:lstStyle/>
          <a:p>
            <a:pPr algn="just"/>
            <a:r>
              <a:rPr lang="fr-FR" sz="800" b="1" i="1" dirty="0">
                <a:solidFill>
                  <a:schemeClr val="bg1"/>
                </a:solidFill>
                <a:latin typeface="Verdana" panose="020B0604030504040204" pitchFamily="34" charset="0"/>
                <a:ea typeface="Verdana" panose="020B0604030504040204" pitchFamily="34" charset="0"/>
                <a:cs typeface="Verdana" panose="020B0604030504040204" pitchFamily="34" charset="0"/>
              </a:rPr>
              <a:t>Renseigner les éléments + et – justifiant la sélection (quand couvert, si non retirer la partie)</a:t>
            </a:r>
          </a:p>
        </p:txBody>
      </p:sp>
      <p:sp>
        <p:nvSpPr>
          <p:cNvPr id="46" name="ZoneTexte 45"/>
          <p:cNvSpPr txBox="1"/>
          <p:nvPr/>
        </p:nvSpPr>
        <p:spPr>
          <a:xfrm>
            <a:off x="5872825" y="4529728"/>
            <a:ext cx="2598075" cy="510778"/>
          </a:xfrm>
          <a:prstGeom prst="wedgeRoundRectCallout">
            <a:avLst>
              <a:gd name="adj1" fmla="val -69191"/>
              <a:gd name="adj2" fmla="val 9106"/>
              <a:gd name="adj3" fmla="val 16667"/>
            </a:avLst>
          </a:prstGeom>
          <a:solidFill>
            <a:srgbClr val="00B050"/>
          </a:solidFill>
          <a:ln>
            <a:noFill/>
          </a:ln>
        </p:spPr>
        <p:txBody>
          <a:bodyPr wrap="square" rtlCol="0" anchor="ctr">
            <a:spAutoFit/>
          </a:bodyPr>
          <a:lstStyle/>
          <a:p>
            <a:pPr algn="just"/>
            <a:r>
              <a:rPr lang="fr-FR" sz="800" b="1" i="1" dirty="0">
                <a:solidFill>
                  <a:schemeClr val="bg1"/>
                </a:solidFill>
                <a:latin typeface="Verdana" panose="020B0604030504040204" pitchFamily="34" charset="0"/>
                <a:ea typeface="Verdana" panose="020B0604030504040204" pitchFamily="34" charset="0"/>
                <a:cs typeface="Verdana" panose="020B0604030504040204" pitchFamily="34" charset="0"/>
              </a:rPr>
              <a:t>Renseigner les éléments + et – justifiant la sélection (quand couvert, si non retirer la partie)</a:t>
            </a:r>
          </a:p>
        </p:txBody>
      </p:sp>
      <p:sp>
        <p:nvSpPr>
          <p:cNvPr id="29" name="Titre 2"/>
          <p:cNvSpPr>
            <a:spLocks noGrp="1"/>
          </p:cNvSpPr>
          <p:nvPr>
            <p:ph type="title"/>
          </p:nvPr>
        </p:nvSpPr>
        <p:spPr>
          <a:xfrm>
            <a:off x="72000" y="78517"/>
            <a:ext cx="9000000" cy="763081"/>
          </a:xfrm>
        </p:spPr>
        <p:txBody>
          <a:bodyPr/>
          <a:lstStyle/>
          <a:p>
            <a:pPr>
              <a:lnSpc>
                <a:spcPct val="100000"/>
              </a:lnSpc>
            </a:pPr>
            <a:r>
              <a:rPr lang="fr-FR" dirty="0">
                <a:cs typeface="Verdana" panose="020B0604030504040204" pitchFamily="34" charset="0"/>
              </a:rPr>
              <a:t>EXECUTIVE SUMMARY (3/X)</a:t>
            </a:r>
          </a:p>
        </p:txBody>
      </p:sp>
    </p:spTree>
    <p:extLst>
      <p:ext uri="{BB962C8B-B14F-4D97-AF65-F5344CB8AC3E}">
        <p14:creationId xmlns:p14="http://schemas.microsoft.com/office/powerpoint/2010/main" val="18492373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2000" y="720661"/>
            <a:ext cx="8820000" cy="1154162"/>
          </a:xfrm>
          <a:prstGeom prst="rect">
            <a:avLst/>
          </a:prstGeom>
        </p:spPr>
        <p:txBody>
          <a:bodyPr wrap="square">
            <a:spAutoFit/>
          </a:bodyPr>
          <a:lstStyle/>
          <a:p>
            <a:pPr algn="just">
              <a:spcBef>
                <a:spcPts val="400"/>
              </a:spcBef>
              <a:spcAft>
                <a:spcPts val="400"/>
              </a:spcAft>
              <a:defRPr/>
            </a:pPr>
            <a:r>
              <a:rPr lang="fr-FR" sz="1300" b="1" kern="0" dirty="0">
                <a:solidFill>
                  <a:srgbClr val="4E9C82"/>
                </a:solidFill>
                <a:latin typeface="Verdana" panose="020B0604030504040204" pitchFamily="34" charset="0"/>
                <a:ea typeface="Verdana" panose="020B0604030504040204" pitchFamily="34" charset="0"/>
              </a:rPr>
              <a:t>POINTS FORTS</a:t>
            </a:r>
          </a:p>
          <a:p>
            <a:pPr marL="0" lvl="1" algn="just">
              <a:spcBef>
                <a:spcPts val="400"/>
              </a:spcBef>
              <a:spcAft>
                <a:spcPts val="400"/>
              </a:spcAft>
              <a:buClr>
                <a:srgbClr val="4E9C82"/>
              </a:buClr>
              <a:buSzPct val="100000"/>
              <a:defRPr/>
            </a:pPr>
            <a:r>
              <a:rPr lang="fr-FR" sz="1200" kern="0" dirty="0" err="1">
                <a:latin typeface="Verdana" panose="020B0604030504040204" pitchFamily="34" charset="0"/>
                <a:ea typeface="Verdana" panose="020B0604030504040204" pitchFamily="34" charset="0"/>
              </a:rPr>
              <a:t>Xxxxx</a:t>
            </a:r>
            <a:endParaRPr lang="fr-FR" sz="1200" kern="0" dirty="0">
              <a:latin typeface="Verdana" panose="020B0604030504040204" pitchFamily="34" charset="0"/>
              <a:ea typeface="Verdana" panose="020B0604030504040204" pitchFamily="34" charset="0"/>
            </a:endParaRPr>
          </a:p>
          <a:p>
            <a:pPr marL="0" lvl="1" algn="just">
              <a:spcBef>
                <a:spcPts val="400"/>
              </a:spcBef>
              <a:spcAft>
                <a:spcPts val="400"/>
              </a:spcAft>
              <a:buClr>
                <a:srgbClr val="4E9C82"/>
              </a:buClr>
              <a:buSzPct val="100000"/>
              <a:defRPr/>
            </a:pPr>
            <a:endParaRPr lang="fr-FR" sz="1200" kern="0" dirty="0">
              <a:latin typeface="Verdana" panose="020B0604030504040204" pitchFamily="34" charset="0"/>
              <a:ea typeface="Verdana" panose="020B0604030504040204" pitchFamily="34" charset="0"/>
            </a:endParaRPr>
          </a:p>
          <a:p>
            <a:pPr marL="0" lvl="1" algn="just">
              <a:spcBef>
                <a:spcPts val="400"/>
              </a:spcBef>
              <a:spcAft>
                <a:spcPts val="400"/>
              </a:spcAft>
              <a:buClr>
                <a:srgbClr val="4E9C82"/>
              </a:buClr>
              <a:buSzPct val="100000"/>
              <a:defRPr/>
            </a:pPr>
            <a:endParaRPr lang="fr-FR" sz="1200" kern="0" dirty="0">
              <a:latin typeface="Verdana" panose="020B0604030504040204" pitchFamily="34" charset="0"/>
              <a:ea typeface="Verdana" panose="020B0604030504040204" pitchFamily="34" charset="0"/>
            </a:endParaRPr>
          </a:p>
        </p:txBody>
      </p:sp>
      <p:sp>
        <p:nvSpPr>
          <p:cNvPr id="4" name="Titre 2"/>
          <p:cNvSpPr>
            <a:spLocks noGrp="1"/>
          </p:cNvSpPr>
          <p:nvPr>
            <p:ph type="title"/>
          </p:nvPr>
        </p:nvSpPr>
        <p:spPr>
          <a:xfrm>
            <a:off x="72000" y="78517"/>
            <a:ext cx="9000000" cy="763081"/>
          </a:xfrm>
        </p:spPr>
        <p:txBody>
          <a:bodyPr/>
          <a:lstStyle/>
          <a:p>
            <a:pPr>
              <a:lnSpc>
                <a:spcPct val="100000"/>
              </a:lnSpc>
            </a:pPr>
            <a:r>
              <a:rPr lang="fr-FR" dirty="0">
                <a:cs typeface="Verdana" panose="020B0604030504040204" pitchFamily="34" charset="0"/>
              </a:rPr>
              <a:t>EXECUTIVE SUMMARY (4/X)</a:t>
            </a:r>
          </a:p>
        </p:txBody>
      </p:sp>
    </p:spTree>
    <p:extLst>
      <p:ext uri="{BB962C8B-B14F-4D97-AF65-F5344CB8AC3E}">
        <p14:creationId xmlns:p14="http://schemas.microsoft.com/office/powerpoint/2010/main" val="602932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2000" y="720659"/>
            <a:ext cx="8820000" cy="1523494"/>
          </a:xfrm>
          <a:prstGeom prst="rect">
            <a:avLst/>
          </a:prstGeom>
        </p:spPr>
        <p:txBody>
          <a:bodyPr wrap="square">
            <a:spAutoFit/>
          </a:bodyPr>
          <a:lstStyle/>
          <a:p>
            <a:pPr algn="just">
              <a:spcBef>
                <a:spcPts val="400"/>
              </a:spcBef>
              <a:spcAft>
                <a:spcPts val="400"/>
              </a:spcAft>
              <a:defRPr/>
            </a:pPr>
            <a:r>
              <a:rPr lang="fr-FR" sz="1300" b="1" kern="0" dirty="0">
                <a:solidFill>
                  <a:srgbClr val="4E9C82"/>
                </a:solidFill>
                <a:latin typeface="Verdana" panose="020B0604030504040204" pitchFamily="34" charset="0"/>
                <a:ea typeface="Verdana" panose="020B0604030504040204" pitchFamily="34" charset="0"/>
              </a:rPr>
              <a:t>PRINCIPAUX CONSTATS ET ACTIONS DE PROGRÈS </a:t>
            </a:r>
          </a:p>
          <a:p>
            <a:pPr marL="0" lvl="1" algn="just">
              <a:spcBef>
                <a:spcPts val="400"/>
              </a:spcBef>
              <a:spcAft>
                <a:spcPts val="400"/>
              </a:spcAft>
              <a:buClr>
                <a:srgbClr val="4E9C82"/>
              </a:buClr>
              <a:buSzPct val="100000"/>
              <a:defRPr/>
            </a:pPr>
            <a:r>
              <a:rPr lang="fr-FR" sz="1200" kern="0" dirty="0">
                <a:latin typeface="Verdana" panose="020B0604030504040204" pitchFamily="34" charset="0"/>
                <a:ea typeface="Verdana" panose="020B0604030504040204" pitchFamily="34" charset="0"/>
              </a:rPr>
              <a:t>Les travaux réalisés au titre de la présente mission ont permis de relever les principaux constats suivants et de proposer des actions de progrès, pour lesquelles les entités concernées ont établi un plan d’action détaillé et ciblé figurant au niveau du rapport détaillé : </a:t>
            </a:r>
          </a:p>
          <a:p>
            <a:pPr marL="361950" lvl="1" algn="just">
              <a:spcBef>
                <a:spcPts val="400"/>
              </a:spcBef>
              <a:spcAft>
                <a:spcPts val="400"/>
              </a:spcAft>
              <a:buClr>
                <a:srgbClr val="4E9C82"/>
              </a:buClr>
              <a:buSzPct val="100000"/>
              <a:defRPr/>
            </a:pPr>
            <a:r>
              <a:rPr lang="fr-FR" sz="1200" kern="0" dirty="0">
                <a:latin typeface="Verdana" panose="020B0604030504040204" pitchFamily="34" charset="0"/>
                <a:ea typeface="Verdana" panose="020B0604030504040204" pitchFamily="34" charset="0"/>
              </a:rPr>
              <a:t>1. XXX	</a:t>
            </a:r>
          </a:p>
          <a:p>
            <a:pPr marL="531813" lvl="1" algn="just">
              <a:spcBef>
                <a:spcPts val="400"/>
              </a:spcBef>
              <a:spcAft>
                <a:spcPts val="400"/>
              </a:spcAft>
              <a:buClr>
                <a:srgbClr val="4E9C82"/>
              </a:buClr>
              <a:buSzPct val="100000"/>
              <a:defRPr/>
            </a:pPr>
            <a:r>
              <a:rPr lang="fr-FR" sz="1200" kern="0" dirty="0">
                <a:latin typeface="Verdana" panose="020B0604030504040204" pitchFamily="34" charset="0"/>
                <a:ea typeface="Verdana" panose="020B0604030504040204" pitchFamily="34" charset="0"/>
              </a:rPr>
              <a:t>1.1 XXXX  (Échéance XX/XX/20XX)</a:t>
            </a:r>
          </a:p>
        </p:txBody>
      </p:sp>
      <p:sp>
        <p:nvSpPr>
          <p:cNvPr id="4" name="Titre 2"/>
          <p:cNvSpPr>
            <a:spLocks noGrp="1"/>
          </p:cNvSpPr>
          <p:nvPr>
            <p:ph type="title"/>
          </p:nvPr>
        </p:nvSpPr>
        <p:spPr>
          <a:xfrm>
            <a:off x="72000" y="78517"/>
            <a:ext cx="9000000" cy="763081"/>
          </a:xfrm>
        </p:spPr>
        <p:txBody>
          <a:bodyPr/>
          <a:lstStyle/>
          <a:p>
            <a:pPr>
              <a:lnSpc>
                <a:spcPct val="100000"/>
              </a:lnSpc>
            </a:pPr>
            <a:r>
              <a:rPr lang="fr-FR" dirty="0">
                <a:cs typeface="Verdana" panose="020B0604030504040204" pitchFamily="34" charset="0"/>
              </a:rPr>
              <a:t>EXECUTIVE SUMMARY (5/X)</a:t>
            </a:r>
          </a:p>
        </p:txBody>
      </p:sp>
    </p:spTree>
    <p:extLst>
      <p:ext uri="{BB962C8B-B14F-4D97-AF65-F5344CB8AC3E}">
        <p14:creationId xmlns:p14="http://schemas.microsoft.com/office/powerpoint/2010/main" val="20503332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1692322" y="2262117"/>
            <a:ext cx="5759356" cy="2333767"/>
          </a:xfrm>
          <a:prstGeom prst="round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400"/>
              </a:spcBef>
              <a:spcAft>
                <a:spcPts val="400"/>
              </a:spcAft>
              <a:defRPr/>
            </a:pPr>
            <a:r>
              <a:rPr lang="fr-FR" sz="2000" b="1" kern="0" dirty="0">
                <a:solidFill>
                  <a:schemeClr val="tx1">
                    <a:lumMod val="65000"/>
                    <a:lumOff val="35000"/>
                  </a:schemeClr>
                </a:solidFill>
                <a:latin typeface="Verdana" panose="020B0604030504040204" pitchFamily="34" charset="0"/>
                <a:ea typeface="Verdana" panose="020B0604030504040204" pitchFamily="34" charset="0"/>
              </a:rPr>
              <a:t>RAPPORT DÉTAILLÉ</a:t>
            </a:r>
          </a:p>
        </p:txBody>
      </p:sp>
    </p:spTree>
    <p:extLst>
      <p:ext uri="{BB962C8B-B14F-4D97-AF65-F5344CB8AC3E}">
        <p14:creationId xmlns:p14="http://schemas.microsoft.com/office/powerpoint/2010/main" val="37905934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t 1" hidden="1"/>
          <p:cNvGraphicFramePr>
            <a:graphicFrameLocks noChangeAspect="1"/>
          </p:cNvGraphicFramePr>
          <p:nvPr>
            <p:custDataLst>
              <p:tags r:id="rId1"/>
            </p:custDataLst>
            <p:extLst>
              <p:ext uri="{D42A27DB-BD31-4B8C-83A1-F6EECF244321}">
                <p14:modId xmlns:p14="http://schemas.microsoft.com/office/powerpoint/2010/main" val="21058187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92" imgH="595" progId="TCLayout.ActiveDocument.1">
                  <p:embed/>
                </p:oleObj>
              </mc:Choice>
              <mc:Fallback>
                <p:oleObj name="Diapositive think-cell" r:id="rId3" imgW="592" imgH="595" progId="TCLayout.ActiveDocument.1">
                  <p:embed/>
                  <p:pic>
                    <p:nvPicPr>
                      <p:cNvPr id="2" name="Obje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Espace réservé du texte 7"/>
          <p:cNvSpPr txBox="1">
            <a:spLocks/>
          </p:cNvSpPr>
          <p:nvPr/>
        </p:nvSpPr>
        <p:spPr>
          <a:xfrm>
            <a:off x="162000" y="1004554"/>
            <a:ext cx="8820000" cy="2016000"/>
          </a:xfrm>
          <a:prstGeom prst="rect">
            <a:avLst/>
          </a:prstGeom>
        </p:spPr>
        <p:txBody>
          <a:bodyPr anchor="t"/>
          <a:lstStyle>
            <a:lvl1pPr marL="0" indent="0" algn="l" defTabSz="592515" rtl="0" eaLnBrk="1" fontAlgn="base" hangingPunct="1">
              <a:spcBef>
                <a:spcPct val="0"/>
              </a:spcBef>
              <a:spcAft>
                <a:spcPct val="0"/>
              </a:spcAft>
              <a:buClr>
                <a:schemeClr val="tx2"/>
              </a:buClr>
              <a:buSzPct val="100000"/>
              <a:defRPr sz="1059" baseline="0">
                <a:solidFill>
                  <a:schemeClr val="tx1"/>
                </a:solidFill>
                <a:latin typeface="+mn-lt"/>
                <a:ea typeface="+mn-ea"/>
                <a:cs typeface="+mn-cs"/>
              </a:defRPr>
            </a:lvl1pPr>
            <a:lvl2pPr marL="128167" indent="-127118" algn="l" defTabSz="592515" rtl="0" eaLnBrk="1" fontAlgn="base" hangingPunct="1">
              <a:spcBef>
                <a:spcPct val="0"/>
              </a:spcBef>
              <a:spcAft>
                <a:spcPct val="0"/>
              </a:spcAft>
              <a:buClr>
                <a:schemeClr val="tx2"/>
              </a:buClr>
              <a:buSzPct val="125000"/>
              <a:buFont typeface="Arial" charset="0"/>
              <a:buChar char="▪"/>
              <a:defRPr sz="1059" baseline="0">
                <a:solidFill>
                  <a:schemeClr val="tx1"/>
                </a:solidFill>
                <a:latin typeface="+mn-lt"/>
              </a:defRPr>
            </a:lvl2pPr>
            <a:lvl3pPr marL="302559" indent="-173342" algn="l" defTabSz="592515" rtl="0" eaLnBrk="1" fontAlgn="base" hangingPunct="1">
              <a:spcBef>
                <a:spcPct val="0"/>
              </a:spcBef>
              <a:spcAft>
                <a:spcPct val="0"/>
              </a:spcAft>
              <a:buClr>
                <a:schemeClr val="tx2"/>
              </a:buClr>
              <a:buSzPct val="120000"/>
              <a:buFont typeface="Arial" charset="0"/>
              <a:buChar char="–"/>
              <a:defRPr sz="1059" baseline="0">
                <a:solidFill>
                  <a:schemeClr val="tx1"/>
                </a:solidFill>
                <a:latin typeface="+mn-lt"/>
              </a:defRPr>
            </a:lvl3pPr>
            <a:lvl4pPr marL="406565" indent="-102956" algn="l" defTabSz="592515" rtl="0" eaLnBrk="1" fontAlgn="base" hangingPunct="1">
              <a:spcBef>
                <a:spcPct val="0"/>
              </a:spcBef>
              <a:spcAft>
                <a:spcPct val="0"/>
              </a:spcAft>
              <a:buClr>
                <a:schemeClr val="tx2"/>
              </a:buClr>
              <a:buSzPct val="120000"/>
              <a:buFont typeface="Arial" charset="0"/>
              <a:buChar char="▫"/>
              <a:defRPr sz="1059" baseline="0">
                <a:solidFill>
                  <a:schemeClr val="tx1"/>
                </a:solidFill>
                <a:latin typeface="+mn-lt"/>
              </a:defRPr>
            </a:lvl4pPr>
            <a:lvl5pPr marL="496198" indent="-86146" algn="l" defTabSz="592515" rtl="0" eaLnBrk="1" fontAlgn="base" hangingPunct="1">
              <a:spcBef>
                <a:spcPct val="0"/>
              </a:spcBef>
              <a:spcAft>
                <a:spcPct val="0"/>
              </a:spcAft>
              <a:buClr>
                <a:schemeClr val="tx2"/>
              </a:buClr>
              <a:buSzPct val="89000"/>
              <a:buFont typeface="Arial" charset="0"/>
              <a:buChar char="-"/>
              <a:defRPr sz="1059" baseline="0">
                <a:solidFill>
                  <a:schemeClr val="tx1"/>
                </a:solidFill>
                <a:latin typeface="+mn-lt"/>
              </a:defRPr>
            </a:lvl5pPr>
            <a:lvl6pPr marL="496198" indent="-86146" algn="l" defTabSz="592515" rtl="0" eaLnBrk="1" fontAlgn="base" hangingPunct="1">
              <a:spcBef>
                <a:spcPct val="0"/>
              </a:spcBef>
              <a:spcAft>
                <a:spcPct val="0"/>
              </a:spcAft>
              <a:buClr>
                <a:schemeClr val="tx2"/>
              </a:buClr>
              <a:buSzPct val="89000"/>
              <a:buFont typeface="Arial" charset="0"/>
              <a:buChar char="-"/>
              <a:defRPr sz="1059" baseline="0">
                <a:solidFill>
                  <a:schemeClr val="tx1"/>
                </a:solidFill>
                <a:latin typeface="+mn-lt"/>
              </a:defRPr>
            </a:lvl6pPr>
            <a:lvl7pPr marL="496198" indent="-86146" algn="l" defTabSz="592515" rtl="0" eaLnBrk="1" fontAlgn="base" hangingPunct="1">
              <a:spcBef>
                <a:spcPct val="0"/>
              </a:spcBef>
              <a:spcAft>
                <a:spcPct val="0"/>
              </a:spcAft>
              <a:buClr>
                <a:schemeClr val="tx2"/>
              </a:buClr>
              <a:buSzPct val="89000"/>
              <a:buFont typeface="Arial" charset="0"/>
              <a:buChar char="-"/>
              <a:defRPr sz="1059" baseline="0">
                <a:solidFill>
                  <a:schemeClr val="tx1"/>
                </a:solidFill>
                <a:latin typeface="+mn-lt"/>
              </a:defRPr>
            </a:lvl7pPr>
            <a:lvl8pPr marL="496198" indent="-86146" algn="l" defTabSz="592515" rtl="0" eaLnBrk="1" fontAlgn="base" hangingPunct="1">
              <a:spcBef>
                <a:spcPct val="0"/>
              </a:spcBef>
              <a:spcAft>
                <a:spcPct val="0"/>
              </a:spcAft>
              <a:buClr>
                <a:schemeClr val="tx2"/>
              </a:buClr>
              <a:buSzPct val="89000"/>
              <a:buFont typeface="Arial" charset="0"/>
              <a:buChar char="-"/>
              <a:defRPr sz="1059" baseline="0">
                <a:solidFill>
                  <a:schemeClr val="tx1"/>
                </a:solidFill>
                <a:latin typeface="+mn-lt"/>
              </a:defRPr>
            </a:lvl8pPr>
            <a:lvl9pPr marL="496198" indent="-86146" algn="l" defTabSz="592515" rtl="0" eaLnBrk="1" fontAlgn="base" hangingPunct="1">
              <a:spcBef>
                <a:spcPct val="0"/>
              </a:spcBef>
              <a:spcAft>
                <a:spcPct val="0"/>
              </a:spcAft>
              <a:buClr>
                <a:schemeClr val="tx2"/>
              </a:buClr>
              <a:buSzPct val="89000"/>
              <a:buFont typeface="Arial" charset="0"/>
              <a:buChar char="-"/>
              <a:defRPr sz="1059" baseline="0">
                <a:solidFill>
                  <a:schemeClr val="tx1"/>
                </a:solidFill>
                <a:latin typeface="+mn-lt"/>
              </a:defRPr>
            </a:lvl9pPr>
          </a:lstStyle>
          <a:p>
            <a:pPr algn="just">
              <a:spcBef>
                <a:spcPts val="400"/>
              </a:spcBef>
              <a:spcAft>
                <a:spcPts val="400"/>
              </a:spcAft>
              <a:defRPr/>
            </a:pPr>
            <a:r>
              <a:rPr lang="fr-FR" sz="1300" b="1" kern="0" dirty="0">
                <a:solidFill>
                  <a:srgbClr val="4E9C82"/>
                </a:solidFill>
                <a:latin typeface="Verdana" panose="020B0604030504040204" pitchFamily="34" charset="0"/>
                <a:ea typeface="Verdana" panose="020B0604030504040204" pitchFamily="34" charset="0"/>
              </a:rPr>
              <a:t>DESCRIPTION DU CONSTAT :</a:t>
            </a:r>
          </a:p>
          <a:p>
            <a:pPr marL="0" lvl="1" indent="0" algn="just">
              <a:spcBef>
                <a:spcPts val="400"/>
              </a:spcBef>
              <a:spcAft>
                <a:spcPts val="400"/>
              </a:spcAft>
              <a:buClr>
                <a:srgbClr val="4E9C82"/>
              </a:buClr>
              <a:buSzPct val="100000"/>
              <a:buNone/>
              <a:defRPr/>
            </a:pPr>
            <a:r>
              <a:rPr lang="fr-FR" sz="1200" kern="0" dirty="0" err="1">
                <a:latin typeface="Verdana" panose="020B0604030504040204" pitchFamily="34" charset="0"/>
                <a:ea typeface="Verdana" panose="020B0604030504040204" pitchFamily="34" charset="0"/>
              </a:rPr>
              <a:t>Xxxx</a:t>
            </a:r>
            <a:endParaRPr lang="fr-FR" sz="1200" kern="0" dirty="0">
              <a:latin typeface="Verdana" panose="020B0604030504040204" pitchFamily="34" charset="0"/>
              <a:ea typeface="Verdana" panose="020B0604030504040204" pitchFamily="34" charset="0"/>
            </a:endParaRPr>
          </a:p>
          <a:p>
            <a:pPr algn="just">
              <a:spcBef>
                <a:spcPts val="400"/>
              </a:spcBef>
              <a:spcAft>
                <a:spcPts val="400"/>
              </a:spcAft>
              <a:defRPr/>
            </a:pPr>
            <a:endParaRPr lang="fr-FR" sz="1400" b="1" kern="0" dirty="0">
              <a:solidFill>
                <a:srgbClr val="4E9C82"/>
              </a:solidFill>
              <a:latin typeface="Verdana" panose="020B0604030504040204" pitchFamily="34" charset="0"/>
              <a:ea typeface="Verdana" panose="020B0604030504040204" pitchFamily="34" charset="0"/>
            </a:endParaRPr>
          </a:p>
          <a:p>
            <a:pPr algn="just">
              <a:spcBef>
                <a:spcPts val="400"/>
              </a:spcBef>
              <a:spcAft>
                <a:spcPts val="400"/>
              </a:spcAft>
              <a:defRPr/>
            </a:pPr>
            <a:r>
              <a:rPr lang="fr-FR" sz="1300" b="1" kern="0" dirty="0">
                <a:solidFill>
                  <a:srgbClr val="4E9C82"/>
                </a:solidFill>
                <a:latin typeface="Verdana" panose="020B0604030504040204" pitchFamily="34" charset="0"/>
                <a:ea typeface="Verdana" panose="020B0604030504040204" pitchFamily="34" charset="0"/>
              </a:rPr>
              <a:t>RISQUES IDENTIFIÉS :</a:t>
            </a:r>
          </a:p>
          <a:p>
            <a:pPr marL="180975" lvl="1" indent="-180975" algn="just">
              <a:spcBef>
                <a:spcPts val="400"/>
              </a:spcBef>
              <a:spcAft>
                <a:spcPts val="400"/>
              </a:spcAft>
              <a:buClr>
                <a:srgbClr val="4E9C82"/>
              </a:buClr>
              <a:buSzPct val="100000"/>
              <a:buFont typeface="Calibri" panose="020F0502020204030204" pitchFamily="34" charset="0"/>
              <a:buChar char="‒"/>
              <a:defRPr/>
            </a:pPr>
            <a:r>
              <a:rPr lang="fr-FR" sz="1200" kern="0" dirty="0" err="1">
                <a:latin typeface="Verdana" panose="020B0604030504040204" pitchFamily="34" charset="0"/>
                <a:ea typeface="Verdana" panose="020B0604030504040204" pitchFamily="34" charset="0"/>
              </a:rPr>
              <a:t>Xxxx</a:t>
            </a:r>
            <a:endParaRPr lang="fr-FR" sz="1200" kern="0" dirty="0">
              <a:latin typeface="Verdana" panose="020B0604030504040204" pitchFamily="34" charset="0"/>
              <a:ea typeface="Verdana" panose="020B0604030504040204" pitchFamily="34" charset="0"/>
            </a:endParaRPr>
          </a:p>
          <a:p>
            <a:pPr marL="180975" lvl="1" indent="-180975" algn="just">
              <a:spcBef>
                <a:spcPts val="400"/>
              </a:spcBef>
              <a:spcAft>
                <a:spcPts val="400"/>
              </a:spcAft>
              <a:buClr>
                <a:srgbClr val="4E9C82"/>
              </a:buClr>
              <a:buSzPct val="100000"/>
              <a:buFont typeface="Calibri" panose="020F0502020204030204" pitchFamily="34" charset="0"/>
              <a:buChar char="‒"/>
              <a:defRPr/>
            </a:pPr>
            <a:r>
              <a:rPr lang="fr-FR" sz="1200" kern="0" dirty="0" err="1">
                <a:latin typeface="Verdana" panose="020B0604030504040204" pitchFamily="34" charset="0"/>
                <a:ea typeface="Verdana" panose="020B0604030504040204" pitchFamily="34" charset="0"/>
              </a:rPr>
              <a:t>Xxxx</a:t>
            </a:r>
            <a:endParaRPr lang="fr-FR" sz="1200" kern="0" dirty="0">
              <a:latin typeface="Verdana" panose="020B0604030504040204" pitchFamily="34" charset="0"/>
              <a:ea typeface="Verdana" panose="020B0604030504040204" pitchFamily="34" charset="0"/>
            </a:endParaRPr>
          </a:p>
          <a:p>
            <a:pPr marL="180975" lvl="1" indent="-180975" algn="just">
              <a:spcBef>
                <a:spcPts val="400"/>
              </a:spcBef>
              <a:spcAft>
                <a:spcPts val="400"/>
              </a:spcAft>
              <a:buClr>
                <a:srgbClr val="4E9C82"/>
              </a:buClr>
              <a:buSzPct val="100000"/>
              <a:buFont typeface="Calibri" panose="020F0502020204030204" pitchFamily="34" charset="0"/>
              <a:buChar char="‒"/>
              <a:defRPr/>
            </a:pPr>
            <a:endParaRPr lang="fr-FR" sz="1200" kern="0" dirty="0">
              <a:latin typeface="Verdana" panose="020B0604030504040204" pitchFamily="34" charset="0"/>
              <a:ea typeface="Verdana" panose="020B0604030504040204" pitchFamily="34" charset="0"/>
            </a:endParaRPr>
          </a:p>
          <a:p>
            <a:pPr algn="just">
              <a:spcBef>
                <a:spcPts val="400"/>
              </a:spcBef>
              <a:spcAft>
                <a:spcPts val="400"/>
              </a:spcAft>
              <a:defRPr/>
            </a:pPr>
            <a:endParaRPr lang="fr-FR" sz="1400" b="1" kern="0" dirty="0">
              <a:solidFill>
                <a:srgbClr val="4E9C82"/>
              </a:solidFill>
              <a:latin typeface="Verdana" panose="020B0604030504040204" pitchFamily="34" charset="0"/>
              <a:ea typeface="Verdana" panose="020B0604030504040204" pitchFamily="34" charset="0"/>
            </a:endParaRPr>
          </a:p>
        </p:txBody>
      </p:sp>
      <p:sp>
        <p:nvSpPr>
          <p:cNvPr id="12" name="Rectangle 11"/>
          <p:cNvSpPr/>
          <p:nvPr/>
        </p:nvSpPr>
        <p:spPr>
          <a:xfrm>
            <a:off x="5553075" y="1927767"/>
            <a:ext cx="3388272" cy="307777"/>
          </a:xfrm>
          <a:prstGeom prst="rect">
            <a:avLst/>
          </a:prstGeom>
        </p:spPr>
        <p:txBody>
          <a:bodyPr wrap="square">
            <a:spAutoFit/>
          </a:bodyPr>
          <a:lstStyle/>
          <a:p>
            <a:pPr algn="just">
              <a:spcBef>
                <a:spcPts val="400"/>
              </a:spcBef>
              <a:spcAft>
                <a:spcPts val="400"/>
              </a:spcAft>
              <a:defRPr/>
            </a:pPr>
            <a:r>
              <a:rPr lang="fr-FR" sz="1300" b="1" kern="0" dirty="0">
                <a:solidFill>
                  <a:srgbClr val="4E9C82"/>
                </a:solidFill>
                <a:latin typeface="Verdana" panose="020B0604030504040204" pitchFamily="34" charset="0"/>
                <a:ea typeface="Verdana" panose="020B0604030504040204" pitchFamily="34" charset="0"/>
              </a:rPr>
              <a:t>COTATION DES RISQUES :</a:t>
            </a:r>
            <a:r>
              <a:rPr lang="fr-FR" sz="1400" b="1" kern="0" dirty="0">
                <a:solidFill>
                  <a:srgbClr val="4E9C82"/>
                </a:solidFill>
                <a:latin typeface="Verdana" panose="020B0604030504040204" pitchFamily="34" charset="0"/>
                <a:ea typeface="Verdana" panose="020B0604030504040204" pitchFamily="34" charset="0"/>
              </a:rPr>
              <a:t> </a:t>
            </a:r>
            <a:r>
              <a:rPr lang="fr-FR" sz="1200" b="1" kern="0" dirty="0">
                <a:latin typeface="Verdana" panose="020B0604030504040204" pitchFamily="34" charset="0"/>
                <a:ea typeface="Verdana" panose="020B0604030504040204" pitchFamily="34" charset="0"/>
              </a:rPr>
              <a:t>XXXXX</a:t>
            </a:r>
          </a:p>
        </p:txBody>
      </p:sp>
      <p:sp>
        <p:nvSpPr>
          <p:cNvPr id="13" name="ZoneTexte 12"/>
          <p:cNvSpPr txBox="1"/>
          <p:nvPr/>
        </p:nvSpPr>
        <p:spPr>
          <a:xfrm>
            <a:off x="6350851" y="2374313"/>
            <a:ext cx="2590496" cy="476726"/>
          </a:xfrm>
          <a:prstGeom prst="wedgeRoundRectCallout">
            <a:avLst>
              <a:gd name="adj1" fmla="val -65571"/>
              <a:gd name="adj2" fmla="val -52047"/>
              <a:gd name="adj3" fmla="val 16667"/>
            </a:avLst>
          </a:prstGeom>
          <a:solidFill>
            <a:schemeClr val="bg1">
              <a:lumMod val="95000"/>
            </a:schemeClr>
          </a:solidFill>
          <a:ln>
            <a:solidFill>
              <a:schemeClr val="bg1">
                <a:lumMod val="50000"/>
              </a:schemeClr>
            </a:solidFill>
          </a:ln>
        </p:spPr>
        <p:txBody>
          <a:bodyPr wrap="square" lIns="0" rIns="0" rtlCol="0">
            <a:spAutoFit/>
          </a:bodyPr>
          <a:lstStyle/>
          <a:p>
            <a:r>
              <a:rPr lang="fr-FR" sz="1100" b="1" dirty="0">
                <a:latin typeface="Verdana" panose="020B0604030504040204" pitchFamily="34" charset="0"/>
                <a:ea typeface="Verdana" panose="020B0604030504040204" pitchFamily="34" charset="0"/>
              </a:rPr>
              <a:t>Aligner la cotation </a:t>
            </a:r>
            <a:r>
              <a:rPr lang="fr-FR" sz="1100" b="1">
                <a:latin typeface="Verdana" panose="020B0604030504040204" pitchFamily="34" charset="0"/>
                <a:ea typeface="Verdana" panose="020B0604030504040204" pitchFamily="34" charset="0"/>
              </a:rPr>
              <a:t>des risques avec </a:t>
            </a:r>
            <a:r>
              <a:rPr lang="fr-FR" sz="1100" b="1" dirty="0">
                <a:latin typeface="Verdana" panose="020B0604030504040204" pitchFamily="34" charset="0"/>
                <a:ea typeface="Verdana" panose="020B0604030504040204" pitchFamily="34" charset="0"/>
              </a:rPr>
              <a:t>les risques identifiés</a:t>
            </a:r>
          </a:p>
        </p:txBody>
      </p:sp>
      <p:graphicFrame>
        <p:nvGraphicFramePr>
          <p:cNvPr id="15" name="Tableau 14"/>
          <p:cNvGraphicFramePr>
            <a:graphicFrameLocks noGrp="1"/>
          </p:cNvGraphicFramePr>
          <p:nvPr>
            <p:extLst>
              <p:ext uri="{D42A27DB-BD31-4B8C-83A1-F6EECF244321}">
                <p14:modId xmlns:p14="http://schemas.microsoft.com/office/powerpoint/2010/main" val="257055704"/>
              </p:ext>
            </p:extLst>
          </p:nvPr>
        </p:nvGraphicFramePr>
        <p:xfrm>
          <a:off x="162000" y="3293494"/>
          <a:ext cx="8820000" cy="943303"/>
        </p:xfrm>
        <a:graphic>
          <a:graphicData uri="http://schemas.openxmlformats.org/drawingml/2006/table">
            <a:tbl>
              <a:tblPr firstRow="1" firstCol="1" bandRow="1">
                <a:tableStyleId>{5C22544A-7EE6-4342-B048-85BDC9FD1C3A}</a:tableStyleId>
              </a:tblPr>
              <a:tblGrid>
                <a:gridCol w="7289256">
                  <a:extLst>
                    <a:ext uri="{9D8B030D-6E8A-4147-A177-3AD203B41FA5}">
                      <a16:colId xmlns:a16="http://schemas.microsoft.com/office/drawing/2014/main" val="1927954781"/>
                    </a:ext>
                  </a:extLst>
                </a:gridCol>
                <a:gridCol w="1530744">
                  <a:extLst>
                    <a:ext uri="{9D8B030D-6E8A-4147-A177-3AD203B41FA5}">
                      <a16:colId xmlns:a16="http://schemas.microsoft.com/office/drawing/2014/main" val="3117433729"/>
                    </a:ext>
                  </a:extLst>
                </a:gridCol>
              </a:tblGrid>
              <a:tr h="288000">
                <a:tc>
                  <a:txBody>
                    <a:bodyPr/>
                    <a:lstStyle/>
                    <a:p>
                      <a:pPr algn="ctr">
                        <a:spcAft>
                          <a:spcPts val="0"/>
                        </a:spcAft>
                      </a:pPr>
                      <a:r>
                        <a:rPr lang="fr-FR" sz="1200" noProof="0" dirty="0">
                          <a:solidFill>
                            <a:schemeClr val="tx1"/>
                          </a:solidFill>
                          <a:effectLst/>
                          <a:latin typeface="Verdana" panose="020B0604030504040204" pitchFamily="34" charset="0"/>
                          <a:ea typeface="Verdana" panose="020B0604030504040204" pitchFamily="34" charset="0"/>
                        </a:rPr>
                        <a:t>Recommandation</a:t>
                      </a:r>
                    </a:p>
                  </a:txBody>
                  <a:tcPr marL="68580" marR="6858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78BCA5"/>
                    </a:solidFill>
                  </a:tcPr>
                </a:tc>
                <a:tc>
                  <a:txBody>
                    <a:bodyPr/>
                    <a:lstStyle/>
                    <a:p>
                      <a:pPr algn="ctr">
                        <a:spcAft>
                          <a:spcPts val="0"/>
                        </a:spcAft>
                      </a:pPr>
                      <a:r>
                        <a:rPr lang="fr-FR" sz="1200" noProof="0" dirty="0">
                          <a:solidFill>
                            <a:schemeClr val="tx1"/>
                          </a:solidFill>
                          <a:effectLst/>
                          <a:latin typeface="Verdana" panose="020B0604030504040204" pitchFamily="34" charset="0"/>
                          <a:ea typeface="Verdana" panose="020B0604030504040204" pitchFamily="34" charset="0"/>
                        </a:rPr>
                        <a:t>Entités concernées</a:t>
                      </a:r>
                    </a:p>
                  </a:txBody>
                  <a:tcPr marL="68580" marR="6858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78BCA5"/>
                    </a:solidFill>
                  </a:tcPr>
                </a:tc>
                <a:extLst>
                  <a:ext uri="{0D108BD9-81ED-4DB2-BD59-A6C34878D82A}">
                    <a16:rowId xmlns:a16="http://schemas.microsoft.com/office/drawing/2014/main" val="2481536759"/>
                  </a:ext>
                </a:extLst>
              </a:tr>
              <a:tr h="577543">
                <a:tc>
                  <a:txBody>
                    <a:bodyPr/>
                    <a:lstStyle/>
                    <a:p>
                      <a:pPr marL="266700" lvl="1" indent="-266700" algn="l">
                        <a:spcBef>
                          <a:spcPts val="600"/>
                        </a:spcBef>
                        <a:spcAft>
                          <a:spcPts val="600"/>
                        </a:spcAft>
                        <a:buClr>
                          <a:srgbClr val="0070C0"/>
                        </a:buClr>
                        <a:buFont typeface="+mj-lt"/>
                        <a:buNone/>
                      </a:pPr>
                      <a:r>
                        <a:rPr lang="en-GB" sz="1200" b="0" i="0" dirty="0">
                          <a:solidFill>
                            <a:schemeClr val="tx1"/>
                          </a:solidFill>
                          <a:effectLst/>
                          <a:latin typeface="Verdana" panose="020B0604030504040204" pitchFamily="34" charset="0"/>
                          <a:ea typeface="Verdana" panose="020B0604030504040204" pitchFamily="34" charset="0"/>
                        </a:rPr>
                        <a:t>1.1 </a:t>
                      </a:r>
                      <a:r>
                        <a:rPr lang="en-GB" sz="1200" b="0" i="0" dirty="0" err="1">
                          <a:solidFill>
                            <a:schemeClr val="tx1"/>
                          </a:solidFill>
                          <a:effectLst/>
                          <a:latin typeface="Verdana" panose="020B0604030504040204" pitchFamily="34" charset="0"/>
                          <a:ea typeface="Verdana" panose="020B0604030504040204" pitchFamily="34" charset="0"/>
                        </a:rPr>
                        <a:t>xxxx</a:t>
                      </a:r>
                      <a:endParaRPr lang="en-GB" sz="1200" b="0" i="0" dirty="0">
                        <a:solidFill>
                          <a:schemeClr val="tx1"/>
                        </a:solidFill>
                        <a:effectLst/>
                        <a:latin typeface="Verdana" panose="020B0604030504040204" pitchFamily="34" charset="0"/>
                        <a:ea typeface="Verdana" panose="020B0604030504040204" pitchFamily="34" charset="0"/>
                      </a:endParaRPr>
                    </a:p>
                  </a:txBody>
                  <a:tcPr marL="68580" marR="6858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solidFill>
                  </a:tcPr>
                </a:tc>
                <a:tc>
                  <a:txBody>
                    <a:bodyPr/>
                    <a:lstStyle/>
                    <a:p>
                      <a:pPr marL="26670" indent="8890" algn="ctr">
                        <a:spcAft>
                          <a:spcPts val="0"/>
                        </a:spcAft>
                      </a:pPr>
                      <a:endParaRPr lang="fr-FR" sz="1400" b="0" i="0" dirty="0">
                        <a:solidFill>
                          <a:schemeClr val="tx1"/>
                        </a:solidFill>
                        <a:effectLst/>
                        <a:latin typeface="Verdana" panose="020B0604030504040204" pitchFamily="34" charset="0"/>
                        <a:ea typeface="Verdana" panose="020B0604030504040204" pitchFamily="34" charset="0"/>
                      </a:endParaRPr>
                    </a:p>
                  </a:txBody>
                  <a:tcPr marL="68580" marR="6858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63309417"/>
                  </a:ext>
                </a:extLst>
              </a:tr>
            </a:tbl>
          </a:graphicData>
        </a:graphic>
      </p:graphicFrame>
      <p:graphicFrame>
        <p:nvGraphicFramePr>
          <p:cNvPr id="16" name="Tableau 15"/>
          <p:cNvGraphicFramePr>
            <a:graphicFrameLocks noGrp="1"/>
          </p:cNvGraphicFramePr>
          <p:nvPr>
            <p:extLst>
              <p:ext uri="{D42A27DB-BD31-4B8C-83A1-F6EECF244321}">
                <p14:modId xmlns:p14="http://schemas.microsoft.com/office/powerpoint/2010/main" val="2907631661"/>
              </p:ext>
            </p:extLst>
          </p:nvPr>
        </p:nvGraphicFramePr>
        <p:xfrm>
          <a:off x="162000" y="4406312"/>
          <a:ext cx="8819999" cy="1703726"/>
        </p:xfrm>
        <a:graphic>
          <a:graphicData uri="http://schemas.openxmlformats.org/drawingml/2006/table">
            <a:tbl>
              <a:tblPr firstRow="1" firstCol="1" bandRow="1">
                <a:tableStyleId>{5C22544A-7EE6-4342-B048-85BDC9FD1C3A}</a:tableStyleId>
              </a:tblPr>
              <a:tblGrid>
                <a:gridCol w="5411042">
                  <a:extLst>
                    <a:ext uri="{9D8B030D-6E8A-4147-A177-3AD203B41FA5}">
                      <a16:colId xmlns:a16="http://schemas.microsoft.com/office/drawing/2014/main" val="1927954781"/>
                    </a:ext>
                  </a:extLst>
                </a:gridCol>
                <a:gridCol w="1136319">
                  <a:extLst>
                    <a:ext uri="{9D8B030D-6E8A-4147-A177-3AD203B41FA5}">
                      <a16:colId xmlns:a16="http://schemas.microsoft.com/office/drawing/2014/main" val="1166433886"/>
                    </a:ext>
                  </a:extLst>
                </a:gridCol>
                <a:gridCol w="1136319">
                  <a:extLst>
                    <a:ext uri="{9D8B030D-6E8A-4147-A177-3AD203B41FA5}">
                      <a16:colId xmlns:a16="http://schemas.microsoft.com/office/drawing/2014/main" val="3313330792"/>
                    </a:ext>
                  </a:extLst>
                </a:gridCol>
                <a:gridCol w="1136319">
                  <a:extLst>
                    <a:ext uri="{9D8B030D-6E8A-4147-A177-3AD203B41FA5}">
                      <a16:colId xmlns:a16="http://schemas.microsoft.com/office/drawing/2014/main" val="3117433729"/>
                    </a:ext>
                  </a:extLst>
                </a:gridCol>
              </a:tblGrid>
              <a:tr h="288000">
                <a:tc>
                  <a:txBody>
                    <a:bodyPr/>
                    <a:lstStyle/>
                    <a:p>
                      <a:pPr algn="ctr">
                        <a:spcAft>
                          <a:spcPts val="0"/>
                        </a:spcAft>
                      </a:pPr>
                      <a:r>
                        <a:rPr lang="fr-FR" sz="1200" noProof="0" dirty="0">
                          <a:solidFill>
                            <a:schemeClr val="tx1"/>
                          </a:solidFill>
                          <a:effectLst/>
                          <a:latin typeface="Verdana" panose="020B0604030504040204" pitchFamily="34" charset="0"/>
                          <a:ea typeface="Verdana" panose="020B0604030504040204" pitchFamily="34" charset="0"/>
                        </a:rPr>
                        <a:t>Plan(s) d’action</a:t>
                      </a:r>
                    </a:p>
                  </a:txBody>
                  <a:tcPr marL="68580" marR="6858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78BCA5"/>
                    </a:solidFill>
                  </a:tcPr>
                </a:tc>
                <a:tc>
                  <a:txBody>
                    <a:bodyPr/>
                    <a:lstStyle/>
                    <a:p>
                      <a:pPr marL="0" algn="ctr" defTabSz="806786" rtl="0" eaLnBrk="1" latinLnBrk="0" hangingPunct="1">
                        <a:spcAft>
                          <a:spcPts val="0"/>
                        </a:spcAft>
                      </a:pPr>
                      <a:r>
                        <a:rPr lang="fr-FR" sz="1200" b="1" kern="1200" dirty="0">
                          <a:solidFill>
                            <a:schemeClr val="tx1"/>
                          </a:solidFill>
                          <a:effectLst/>
                          <a:latin typeface="Verdana" panose="020B0604030504040204" pitchFamily="34" charset="0"/>
                          <a:ea typeface="Verdana" panose="020B0604030504040204" pitchFamily="34" charset="0"/>
                          <a:cs typeface="+mn-cs"/>
                        </a:rPr>
                        <a:t>Livrable</a:t>
                      </a:r>
                    </a:p>
                  </a:txBody>
                  <a:tcPr marL="68580" marR="6858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78BCA5"/>
                    </a:solidFill>
                  </a:tcPr>
                </a:tc>
                <a:tc>
                  <a:txBody>
                    <a:bodyPr/>
                    <a:lstStyle/>
                    <a:p>
                      <a:pPr marL="0" algn="ctr" defTabSz="806786" rtl="0" eaLnBrk="1" latinLnBrk="0" hangingPunct="1">
                        <a:spcAft>
                          <a:spcPts val="0"/>
                        </a:spcAft>
                      </a:pPr>
                      <a:r>
                        <a:rPr lang="fr-FR" sz="1200" b="1" kern="1200" dirty="0">
                          <a:solidFill>
                            <a:schemeClr val="tx1"/>
                          </a:solidFill>
                          <a:effectLst/>
                          <a:latin typeface="Verdana" panose="020B0604030504040204" pitchFamily="34" charset="0"/>
                          <a:ea typeface="Verdana" panose="020B0604030504040204" pitchFamily="34" charset="0"/>
                          <a:cs typeface="+mn-cs"/>
                        </a:rPr>
                        <a:t>Responsable de l’action</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78BCA5"/>
                    </a:solidFill>
                  </a:tcPr>
                </a:tc>
                <a:tc>
                  <a:txBody>
                    <a:bodyPr/>
                    <a:lstStyle/>
                    <a:p>
                      <a:pPr marL="0" algn="ctr" defTabSz="806786" rtl="0" eaLnBrk="1" latinLnBrk="0" hangingPunct="1">
                        <a:spcAft>
                          <a:spcPts val="0"/>
                        </a:spcAft>
                      </a:pPr>
                      <a:r>
                        <a:rPr lang="fr-FR" sz="1200" b="1" kern="1200" dirty="0">
                          <a:solidFill>
                            <a:schemeClr val="tx1"/>
                          </a:solidFill>
                          <a:effectLst/>
                          <a:latin typeface="Verdana" panose="020B0604030504040204" pitchFamily="34" charset="0"/>
                          <a:ea typeface="Verdana" panose="020B0604030504040204" pitchFamily="34" charset="0"/>
                          <a:cs typeface="+mn-cs"/>
                        </a:rPr>
                        <a:t>Date limite de mise en œuvre</a:t>
                      </a:r>
                    </a:p>
                  </a:txBody>
                  <a:tcPr marL="68580" marR="6858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78BCA5"/>
                    </a:solidFill>
                  </a:tcPr>
                </a:tc>
                <a:extLst>
                  <a:ext uri="{0D108BD9-81ED-4DB2-BD59-A6C34878D82A}">
                    <a16:rowId xmlns:a16="http://schemas.microsoft.com/office/drawing/2014/main" val="2481536759"/>
                  </a:ext>
                </a:extLst>
              </a:tr>
              <a:tr h="577543">
                <a:tc>
                  <a:txBody>
                    <a:bodyPr/>
                    <a:lstStyle/>
                    <a:p>
                      <a:pPr marL="266700" lvl="1" indent="-266700" algn="l">
                        <a:spcBef>
                          <a:spcPts val="600"/>
                        </a:spcBef>
                        <a:spcAft>
                          <a:spcPts val="600"/>
                        </a:spcAft>
                        <a:buClr>
                          <a:srgbClr val="0070C0"/>
                        </a:buClr>
                        <a:buFont typeface="+mj-lt"/>
                        <a:buNone/>
                      </a:pPr>
                      <a:r>
                        <a:rPr lang="en-GB" sz="1200" b="0" i="0" dirty="0">
                          <a:solidFill>
                            <a:schemeClr val="tx1"/>
                          </a:solidFill>
                          <a:effectLst/>
                          <a:latin typeface="Verdana" panose="020B0604030504040204" pitchFamily="34" charset="0"/>
                          <a:ea typeface="Verdana" panose="020B0604030504040204" pitchFamily="34" charset="0"/>
                        </a:rPr>
                        <a:t>1.1.1 </a:t>
                      </a:r>
                      <a:r>
                        <a:rPr lang="en-GB" sz="1200" b="0" i="0" dirty="0" err="1">
                          <a:solidFill>
                            <a:schemeClr val="tx1"/>
                          </a:solidFill>
                          <a:effectLst/>
                          <a:latin typeface="Verdana" panose="020B0604030504040204" pitchFamily="34" charset="0"/>
                          <a:ea typeface="Verdana" panose="020B0604030504040204" pitchFamily="34" charset="0"/>
                        </a:rPr>
                        <a:t>xxxx</a:t>
                      </a:r>
                      <a:endParaRPr lang="en-GB" sz="1200" b="0" i="0" dirty="0">
                        <a:solidFill>
                          <a:schemeClr val="tx1"/>
                        </a:solidFill>
                        <a:effectLst/>
                        <a:latin typeface="Verdana" panose="020B0604030504040204" pitchFamily="34" charset="0"/>
                        <a:ea typeface="Verdana" panose="020B0604030504040204" pitchFamily="34" charset="0"/>
                      </a:endParaRPr>
                    </a:p>
                  </a:txBody>
                  <a:tcPr marL="68580" marR="6858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solidFill>
                  </a:tcPr>
                </a:tc>
                <a:tc>
                  <a:txBody>
                    <a:bodyPr/>
                    <a:lstStyle/>
                    <a:p>
                      <a:pPr marL="26670" indent="8890" algn="ctr">
                        <a:spcAft>
                          <a:spcPts val="0"/>
                        </a:spcAft>
                      </a:pPr>
                      <a:endParaRPr lang="fr-FR" sz="1400" b="0" i="0" dirty="0">
                        <a:solidFill>
                          <a:schemeClr val="tx1"/>
                        </a:solidFill>
                        <a:effectLst/>
                        <a:latin typeface="Verdana" panose="020B0604030504040204" pitchFamily="34" charset="0"/>
                        <a:ea typeface="Verdana" panose="020B0604030504040204" pitchFamily="34" charset="0"/>
                      </a:endParaRPr>
                    </a:p>
                  </a:txBody>
                  <a:tcPr marL="68580" marR="6858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solidFill>
                  </a:tcPr>
                </a:tc>
                <a:tc>
                  <a:txBody>
                    <a:bodyPr/>
                    <a:lstStyle/>
                    <a:p>
                      <a:pPr marL="26670" indent="8890" algn="ctr">
                        <a:spcAft>
                          <a:spcPts val="0"/>
                        </a:spcAft>
                      </a:pPr>
                      <a:endParaRPr lang="fr-FR" sz="1400" b="0" i="0" dirty="0">
                        <a:solidFill>
                          <a:schemeClr val="tx1"/>
                        </a:solidFill>
                        <a:effectLst/>
                        <a:latin typeface="Verdana" panose="020B0604030504040204" pitchFamily="34" charset="0"/>
                        <a:ea typeface="Verdana" panose="020B0604030504040204" pitchFamily="34" charset="0"/>
                      </a:endParaRPr>
                    </a:p>
                  </a:txBody>
                  <a:tcPr marL="68580" marR="6858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solidFill>
                  </a:tcPr>
                </a:tc>
                <a:tc>
                  <a:txBody>
                    <a:bodyPr/>
                    <a:lstStyle/>
                    <a:p>
                      <a:pPr marL="26670" indent="8890" algn="ctr">
                        <a:spcAft>
                          <a:spcPts val="0"/>
                        </a:spcAft>
                      </a:pPr>
                      <a:endParaRPr lang="fr-FR" sz="1400" b="0" i="0" dirty="0">
                        <a:solidFill>
                          <a:schemeClr val="tx1"/>
                        </a:solidFill>
                        <a:effectLst/>
                        <a:latin typeface="Verdana" panose="020B0604030504040204" pitchFamily="34" charset="0"/>
                        <a:ea typeface="Verdana" panose="020B0604030504040204" pitchFamily="34" charset="0"/>
                      </a:endParaRPr>
                    </a:p>
                  </a:txBody>
                  <a:tcPr marL="68580" marR="6858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63309417"/>
                  </a:ext>
                </a:extLst>
              </a:tr>
              <a:tr h="577543">
                <a:tc>
                  <a:txBody>
                    <a:bodyPr/>
                    <a:lstStyle/>
                    <a:p>
                      <a:pPr marL="266700" marR="0" lvl="1" indent="-266700" algn="l" defTabSz="806786" rtl="0" eaLnBrk="1" fontAlgn="auto" latinLnBrk="0" hangingPunct="1">
                        <a:lnSpc>
                          <a:spcPct val="100000"/>
                        </a:lnSpc>
                        <a:spcBef>
                          <a:spcPts val="600"/>
                        </a:spcBef>
                        <a:spcAft>
                          <a:spcPts val="600"/>
                        </a:spcAft>
                        <a:buClr>
                          <a:srgbClr val="0070C0"/>
                        </a:buClr>
                        <a:buSzTx/>
                        <a:buFont typeface="+mj-lt"/>
                        <a:buNone/>
                        <a:tabLst/>
                        <a:defRPr/>
                      </a:pPr>
                      <a:r>
                        <a:rPr lang="en-GB" sz="1200" b="0" i="0" dirty="0">
                          <a:solidFill>
                            <a:schemeClr val="tx1"/>
                          </a:solidFill>
                          <a:effectLst/>
                          <a:latin typeface="Verdana" panose="020B0604030504040204" pitchFamily="34" charset="0"/>
                          <a:ea typeface="Verdana" panose="020B0604030504040204" pitchFamily="34" charset="0"/>
                        </a:rPr>
                        <a:t>1.1.2 </a:t>
                      </a:r>
                      <a:r>
                        <a:rPr lang="en-GB" sz="1200" b="0" i="0" dirty="0" err="1">
                          <a:solidFill>
                            <a:schemeClr val="tx1"/>
                          </a:solidFill>
                          <a:effectLst/>
                          <a:latin typeface="Verdana" panose="020B0604030504040204" pitchFamily="34" charset="0"/>
                          <a:ea typeface="Verdana" panose="020B0604030504040204" pitchFamily="34" charset="0"/>
                        </a:rPr>
                        <a:t>xxxx</a:t>
                      </a:r>
                      <a:endParaRPr lang="en-GB" sz="1200" b="0" i="0" dirty="0">
                        <a:solidFill>
                          <a:schemeClr val="tx1"/>
                        </a:solidFill>
                        <a:effectLst/>
                        <a:latin typeface="Verdana" panose="020B0604030504040204" pitchFamily="34" charset="0"/>
                        <a:ea typeface="Verdana" panose="020B0604030504040204" pitchFamily="34" charset="0"/>
                      </a:endParaRPr>
                    </a:p>
                  </a:txBody>
                  <a:tcPr marL="68580" marR="6858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solidFill>
                  </a:tcPr>
                </a:tc>
                <a:tc>
                  <a:txBody>
                    <a:bodyPr/>
                    <a:lstStyle/>
                    <a:p>
                      <a:pPr marL="26670" indent="8890" algn="ctr">
                        <a:spcAft>
                          <a:spcPts val="0"/>
                        </a:spcAft>
                      </a:pPr>
                      <a:endParaRPr lang="fr-FR" sz="1400" b="0" i="0" dirty="0">
                        <a:solidFill>
                          <a:schemeClr val="tx1"/>
                        </a:solidFill>
                        <a:effectLst/>
                        <a:latin typeface="Verdana" panose="020B0604030504040204" pitchFamily="34" charset="0"/>
                        <a:ea typeface="Verdana" panose="020B0604030504040204" pitchFamily="34" charset="0"/>
                      </a:endParaRPr>
                    </a:p>
                  </a:txBody>
                  <a:tcPr marL="68580" marR="6858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solidFill>
                  </a:tcPr>
                </a:tc>
                <a:tc>
                  <a:txBody>
                    <a:bodyPr/>
                    <a:lstStyle/>
                    <a:p>
                      <a:pPr marL="26670" indent="8890" algn="ctr">
                        <a:spcAft>
                          <a:spcPts val="0"/>
                        </a:spcAft>
                      </a:pPr>
                      <a:endParaRPr lang="fr-FR" sz="1400" b="0" i="0" dirty="0">
                        <a:solidFill>
                          <a:schemeClr val="tx1"/>
                        </a:solidFill>
                        <a:effectLst/>
                        <a:latin typeface="Verdana" panose="020B0604030504040204" pitchFamily="34" charset="0"/>
                        <a:ea typeface="Verdana" panose="020B0604030504040204" pitchFamily="34" charset="0"/>
                      </a:endParaRPr>
                    </a:p>
                  </a:txBody>
                  <a:tcPr marL="68580" marR="6858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solidFill>
                  </a:tcPr>
                </a:tc>
                <a:tc>
                  <a:txBody>
                    <a:bodyPr/>
                    <a:lstStyle/>
                    <a:p>
                      <a:pPr marL="26670" indent="8890" algn="ctr">
                        <a:spcAft>
                          <a:spcPts val="0"/>
                        </a:spcAft>
                      </a:pPr>
                      <a:endParaRPr lang="fr-FR" sz="1400" b="0" i="0" dirty="0">
                        <a:solidFill>
                          <a:schemeClr val="tx1"/>
                        </a:solidFill>
                        <a:effectLst/>
                        <a:latin typeface="Verdana" panose="020B0604030504040204" pitchFamily="34" charset="0"/>
                        <a:ea typeface="Verdana" panose="020B0604030504040204" pitchFamily="34" charset="0"/>
                      </a:endParaRPr>
                    </a:p>
                  </a:txBody>
                  <a:tcPr marL="68580" marR="6858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43375330"/>
                  </a:ext>
                </a:extLst>
              </a:tr>
            </a:tbl>
          </a:graphicData>
        </a:graphic>
      </p:graphicFrame>
      <p:sp>
        <p:nvSpPr>
          <p:cNvPr id="17" name="Titre 1"/>
          <p:cNvSpPr>
            <a:spLocks noGrp="1"/>
          </p:cNvSpPr>
          <p:nvPr>
            <p:ph type="title"/>
          </p:nvPr>
        </p:nvSpPr>
        <p:spPr>
          <a:xfrm>
            <a:off x="72000" y="78517"/>
            <a:ext cx="9000000" cy="763081"/>
          </a:xfrm>
        </p:spPr>
        <p:txBody>
          <a:bodyPr/>
          <a:lstStyle/>
          <a:p>
            <a:r>
              <a:rPr lang="fr-FR" dirty="0">
                <a:cs typeface="Verdana" panose="020B0604030504040204" pitchFamily="34" charset="0"/>
              </a:rPr>
              <a:t>CONSTAT N°X : XXXX</a:t>
            </a:r>
            <a:br>
              <a:rPr lang="fr-FR" dirty="0">
                <a:cs typeface="Verdana" panose="020B0604030504040204" pitchFamily="34" charset="0"/>
              </a:rPr>
            </a:br>
            <a:endParaRPr lang="fr-FR" dirty="0">
              <a:cs typeface="Verdana" panose="020B0604030504040204" pitchFamily="34" charset="0"/>
            </a:endParaRPr>
          </a:p>
        </p:txBody>
      </p:sp>
    </p:spTree>
    <p:extLst>
      <p:ext uri="{BB962C8B-B14F-4D97-AF65-F5344CB8AC3E}">
        <p14:creationId xmlns:p14="http://schemas.microsoft.com/office/powerpoint/2010/main" val="2537987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au 5"/>
          <p:cNvGraphicFramePr>
            <a:graphicFrameLocks noGrp="1" noChangeAspect="1"/>
          </p:cNvGraphicFramePr>
          <p:nvPr>
            <p:custDataLst>
              <p:tags r:id="rId1"/>
            </p:custDataLst>
            <p:extLst>
              <p:ext uri="{D42A27DB-BD31-4B8C-83A1-F6EECF244321}">
                <p14:modId xmlns:p14="http://schemas.microsoft.com/office/powerpoint/2010/main" val="1254235402"/>
              </p:ext>
            </p:extLst>
          </p:nvPr>
        </p:nvGraphicFramePr>
        <p:xfrm>
          <a:off x="162000" y="1117487"/>
          <a:ext cx="8820000" cy="1696755"/>
        </p:xfrm>
        <a:graphic>
          <a:graphicData uri="http://schemas.openxmlformats.org/drawingml/2006/table">
            <a:tbl>
              <a:tblPr firstRow="1" bandRow="1">
                <a:tableStyleId>{5C22544A-7EE6-4342-B048-85BDC9FD1C3A}</a:tableStyleId>
              </a:tblPr>
              <a:tblGrid>
                <a:gridCol w="4770565">
                  <a:extLst>
                    <a:ext uri="{9D8B030D-6E8A-4147-A177-3AD203B41FA5}">
                      <a16:colId xmlns:a16="http://schemas.microsoft.com/office/drawing/2014/main" val="20001"/>
                    </a:ext>
                  </a:extLst>
                </a:gridCol>
                <a:gridCol w="4049435">
                  <a:extLst>
                    <a:ext uri="{9D8B030D-6E8A-4147-A177-3AD203B41FA5}">
                      <a16:colId xmlns:a16="http://schemas.microsoft.com/office/drawing/2014/main" val="20002"/>
                    </a:ext>
                  </a:extLst>
                </a:gridCol>
              </a:tblGrid>
              <a:tr h="358890">
                <a:tc>
                  <a:txBody>
                    <a:bodyPr/>
                    <a:lstStyle/>
                    <a:p>
                      <a:pPr algn="ctr" rtl="0" eaLnBrk="1" fontAlgn="base" hangingPunct="1">
                        <a:lnSpc>
                          <a:spcPct val="90000"/>
                        </a:lnSpc>
                        <a:spcBef>
                          <a:spcPct val="0"/>
                        </a:spcBef>
                        <a:spcAft>
                          <a:spcPct val="0"/>
                        </a:spcAft>
                      </a:pPr>
                      <a:r>
                        <a:rPr lang="fr-FR" sz="1200" dirty="0">
                          <a:solidFill>
                            <a:schemeClr val="tx1"/>
                          </a:solidFill>
                          <a:latin typeface="Verdana" panose="020B0604030504040204" pitchFamily="34" charset="0"/>
                          <a:ea typeface="Verdana" panose="020B0604030504040204" pitchFamily="34" charset="0"/>
                          <a:cs typeface="+mj-cs"/>
                        </a:rPr>
                        <a:t>Prénom et Nom</a:t>
                      </a:r>
                    </a:p>
                  </a:txBody>
                  <a:tcPr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78BCA5"/>
                    </a:solidFill>
                  </a:tcPr>
                </a:tc>
                <a:tc>
                  <a:txBody>
                    <a:bodyPr/>
                    <a:lstStyle/>
                    <a:p>
                      <a:pPr algn="ctr" rtl="0" eaLnBrk="1" fontAlgn="base" hangingPunct="1">
                        <a:lnSpc>
                          <a:spcPct val="90000"/>
                        </a:lnSpc>
                        <a:spcBef>
                          <a:spcPct val="0"/>
                        </a:spcBef>
                        <a:spcAft>
                          <a:spcPct val="0"/>
                        </a:spcAft>
                      </a:pPr>
                      <a:r>
                        <a:rPr lang="fr-FR" sz="1200" dirty="0">
                          <a:solidFill>
                            <a:schemeClr val="tx1"/>
                          </a:solidFill>
                          <a:latin typeface="Verdana" panose="020B0604030504040204" pitchFamily="34" charset="0"/>
                          <a:ea typeface="Verdana" panose="020B0604030504040204" pitchFamily="34" charset="0"/>
                          <a:cs typeface="+mj-cs"/>
                        </a:rPr>
                        <a:t>Fonction</a:t>
                      </a:r>
                    </a:p>
                  </a:txBody>
                  <a:tcPr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78BCA5"/>
                    </a:solidFill>
                  </a:tcPr>
                </a:tc>
                <a:extLst>
                  <a:ext uri="{0D108BD9-81ED-4DB2-BD59-A6C34878D82A}">
                    <a16:rowId xmlns:a16="http://schemas.microsoft.com/office/drawing/2014/main" val="10000"/>
                  </a:ext>
                </a:extLst>
              </a:tr>
              <a:tr h="445955">
                <a:tc>
                  <a:txBody>
                    <a:bodyPr/>
                    <a:lstStyle/>
                    <a:p>
                      <a:pPr marL="180975" lvl="1" indent="-180975" algn="just" defTabSz="592515" rtl="0" eaLnBrk="1" fontAlgn="base" hangingPunct="1">
                        <a:lnSpc>
                          <a:spcPct val="107000"/>
                        </a:lnSpc>
                        <a:spcBef>
                          <a:spcPts val="400"/>
                        </a:spcBef>
                        <a:spcAft>
                          <a:spcPts val="400"/>
                        </a:spcAft>
                        <a:buClr>
                          <a:srgbClr val="4E9C82"/>
                        </a:buClr>
                        <a:buSzPct val="100000"/>
                        <a:buFont typeface="Calibri" panose="020F0502020204030204" pitchFamily="34" charset="0"/>
                        <a:buChar char="‒"/>
                        <a:defRPr/>
                      </a:pPr>
                      <a:r>
                        <a:rPr lang="fr-FR" sz="1200" kern="0" baseline="0" dirty="0">
                          <a:solidFill>
                            <a:schemeClr val="tx1"/>
                          </a:solidFill>
                          <a:latin typeface="Verdana" panose="020B0604030504040204" pitchFamily="34" charset="0"/>
                          <a:ea typeface="Verdana" panose="020B0604030504040204" pitchFamily="34" charset="0"/>
                          <a:cs typeface="+mn-cs"/>
                        </a:rPr>
                        <a:t>M. XXXX</a:t>
                      </a:r>
                    </a:p>
                  </a:txBody>
                  <a:tcPr marL="68580" marR="6858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solidFill>
                  </a:tcPr>
                </a:tc>
                <a:tc>
                  <a:txBody>
                    <a:bodyPr/>
                    <a:lstStyle/>
                    <a:p>
                      <a:pPr marR="180340" algn="ctr">
                        <a:spcAft>
                          <a:spcPts val="600"/>
                        </a:spcAft>
                      </a:pPr>
                      <a:r>
                        <a:rPr lang="fr-FR" sz="1200" dirty="0">
                          <a:latin typeface="Verdana" panose="020B0604030504040204" pitchFamily="34" charset="0"/>
                          <a:ea typeface="Verdana" panose="020B0604030504040204" pitchFamily="34" charset="0"/>
                        </a:rPr>
                        <a:t>XXX</a:t>
                      </a:r>
                    </a:p>
                  </a:txBody>
                  <a:tcPr marL="68580" marR="6858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82884737"/>
                  </a:ext>
                </a:extLst>
              </a:tr>
              <a:tr h="445955">
                <a:tc>
                  <a:txBody>
                    <a:bodyPr/>
                    <a:lstStyle/>
                    <a:p>
                      <a:pPr marL="180975" lvl="1" indent="-180975" algn="just" defTabSz="592515" rtl="0" eaLnBrk="1" fontAlgn="base" latinLnBrk="0" hangingPunct="1">
                        <a:lnSpc>
                          <a:spcPct val="107000"/>
                        </a:lnSpc>
                        <a:spcBef>
                          <a:spcPts val="400"/>
                        </a:spcBef>
                        <a:spcAft>
                          <a:spcPts val="400"/>
                        </a:spcAft>
                        <a:buClr>
                          <a:srgbClr val="4E9C82"/>
                        </a:buClr>
                        <a:buSzPct val="100000"/>
                        <a:buFont typeface="Calibri" panose="020F0502020204030204" pitchFamily="34" charset="0"/>
                        <a:buChar char="‒"/>
                        <a:defRPr/>
                      </a:pPr>
                      <a:r>
                        <a:rPr lang="fr-FR" sz="1200" kern="0" baseline="0" dirty="0">
                          <a:solidFill>
                            <a:schemeClr val="tx1"/>
                          </a:solidFill>
                          <a:latin typeface="Verdana" panose="020B0604030504040204" pitchFamily="34" charset="0"/>
                          <a:ea typeface="Verdana" panose="020B0604030504040204" pitchFamily="34" charset="0"/>
                          <a:cs typeface="+mn-cs"/>
                        </a:rPr>
                        <a:t>M. XXXX</a:t>
                      </a:r>
                    </a:p>
                  </a:txBody>
                  <a:tcPr marL="68580" marR="6858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solidFill>
                  </a:tcPr>
                </a:tc>
                <a:tc>
                  <a:txBody>
                    <a:bodyPr/>
                    <a:lstStyle/>
                    <a:p>
                      <a:pPr marR="180340" algn="ctr">
                        <a:spcAft>
                          <a:spcPts val="600"/>
                        </a:spcAft>
                      </a:pPr>
                      <a:r>
                        <a:rPr lang="fr-FR" sz="1200" dirty="0">
                          <a:latin typeface="Verdana" panose="020B0604030504040204" pitchFamily="34" charset="0"/>
                          <a:ea typeface="Verdana" panose="020B0604030504040204" pitchFamily="34" charset="0"/>
                        </a:rPr>
                        <a:t>XXX</a:t>
                      </a:r>
                    </a:p>
                  </a:txBody>
                  <a:tcPr marL="68580" marR="6858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60649602"/>
                  </a:ext>
                </a:extLst>
              </a:tr>
              <a:tr h="445955">
                <a:tc>
                  <a:txBody>
                    <a:bodyPr/>
                    <a:lstStyle/>
                    <a:p>
                      <a:pPr marL="180975" lvl="1" indent="-180975" algn="just" defTabSz="592515" rtl="0" eaLnBrk="1" fontAlgn="base" latinLnBrk="0" hangingPunct="1">
                        <a:lnSpc>
                          <a:spcPct val="107000"/>
                        </a:lnSpc>
                        <a:spcBef>
                          <a:spcPts val="400"/>
                        </a:spcBef>
                        <a:spcAft>
                          <a:spcPts val="400"/>
                        </a:spcAft>
                        <a:buClr>
                          <a:srgbClr val="4E9C82"/>
                        </a:buClr>
                        <a:buSzPct val="100000"/>
                        <a:buFont typeface="Calibri" panose="020F0502020204030204" pitchFamily="34" charset="0"/>
                        <a:buChar char="‒"/>
                        <a:defRPr/>
                      </a:pPr>
                      <a:r>
                        <a:rPr lang="fr-FR" sz="1200" kern="0" baseline="0" dirty="0">
                          <a:solidFill>
                            <a:schemeClr val="tx1"/>
                          </a:solidFill>
                          <a:latin typeface="Verdana" panose="020B0604030504040204" pitchFamily="34" charset="0"/>
                          <a:ea typeface="Verdana" panose="020B0604030504040204" pitchFamily="34" charset="0"/>
                          <a:cs typeface="+mn-cs"/>
                        </a:rPr>
                        <a:t>M. XXXX</a:t>
                      </a:r>
                    </a:p>
                  </a:txBody>
                  <a:tcPr marL="68580" marR="6858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solidFill>
                  </a:tcPr>
                </a:tc>
                <a:tc>
                  <a:txBody>
                    <a:bodyPr/>
                    <a:lstStyle/>
                    <a:p>
                      <a:pPr marR="180340" algn="ctr">
                        <a:spcAft>
                          <a:spcPts val="600"/>
                        </a:spcAft>
                      </a:pPr>
                      <a:r>
                        <a:rPr lang="fr-FR" sz="1200" dirty="0">
                          <a:latin typeface="Verdana" panose="020B0604030504040204" pitchFamily="34" charset="0"/>
                          <a:ea typeface="Verdana" panose="020B0604030504040204" pitchFamily="34" charset="0"/>
                        </a:rPr>
                        <a:t>XXX</a:t>
                      </a:r>
                    </a:p>
                  </a:txBody>
                  <a:tcPr marL="68580" marR="6858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43832802"/>
                  </a:ext>
                </a:extLst>
              </a:tr>
            </a:tbl>
          </a:graphicData>
        </a:graphic>
      </p:graphicFrame>
      <p:sp>
        <p:nvSpPr>
          <p:cNvPr id="4" name="Titre 1"/>
          <p:cNvSpPr>
            <a:spLocks noGrp="1"/>
          </p:cNvSpPr>
          <p:nvPr>
            <p:ph type="title"/>
          </p:nvPr>
        </p:nvSpPr>
        <p:spPr>
          <a:xfrm>
            <a:off x="72000" y="78517"/>
            <a:ext cx="9000000" cy="763081"/>
          </a:xfrm>
        </p:spPr>
        <p:txBody>
          <a:bodyPr/>
          <a:lstStyle/>
          <a:p>
            <a:r>
              <a:rPr lang="fr-FR" dirty="0">
                <a:cs typeface="Verdana" panose="020B0604030504040204" pitchFamily="34" charset="0"/>
              </a:rPr>
              <a:t>LISTE DES PERSONNES RENCONTRÉES DANS LE CADRE DE LA MISSION D’AUDIT </a:t>
            </a:r>
          </a:p>
        </p:txBody>
      </p:sp>
    </p:spTree>
    <p:extLst>
      <p:ext uri="{BB962C8B-B14F-4D97-AF65-F5344CB8AC3E}">
        <p14:creationId xmlns:p14="http://schemas.microsoft.com/office/powerpoint/2010/main" val="8960507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t 1" hidden="1"/>
          <p:cNvGraphicFramePr>
            <a:graphicFrameLocks noChangeAspect="1"/>
          </p:cNvGraphicFramePr>
          <p:nvPr>
            <p:custDataLst>
              <p:tags r:id="rId1"/>
            </p:custDataLst>
          </p:nvPr>
        </p:nvGraphicFramePr>
        <p:xfrm>
          <a:off x="1144193" y="858443"/>
          <a:ext cx="1191" cy="1191"/>
        </p:xfrm>
        <a:graphic>
          <a:graphicData uri="http://schemas.openxmlformats.org/presentationml/2006/ole">
            <mc:AlternateContent xmlns:mc="http://schemas.openxmlformats.org/markup-compatibility/2006">
              <mc:Choice xmlns:v="urn:schemas-microsoft-com:vml" Requires="v">
                <p:oleObj name="Diapositive think-cell" r:id="rId3" imgW="592" imgH="595" progId="TCLayout.ActiveDocument.1">
                  <p:embed/>
                </p:oleObj>
              </mc:Choice>
              <mc:Fallback>
                <p:oleObj name="Diapositive think-cell" r:id="rId3" imgW="592" imgH="595" progId="TCLayout.ActiveDocument.1">
                  <p:embed/>
                  <p:pic>
                    <p:nvPicPr>
                      <p:cNvPr id="2" name="Objet 1" hidden="1"/>
                      <p:cNvPicPr/>
                      <p:nvPr/>
                    </p:nvPicPr>
                    <p:blipFill>
                      <a:blip r:embed="rId4"/>
                      <a:stretch>
                        <a:fillRect/>
                      </a:stretch>
                    </p:blipFill>
                    <p:spPr>
                      <a:xfrm>
                        <a:off x="1144193" y="858443"/>
                        <a:ext cx="1191" cy="1191"/>
                      </a:xfrm>
                      <a:prstGeom prst="rect">
                        <a:avLst/>
                      </a:prstGeom>
                    </p:spPr>
                  </p:pic>
                </p:oleObj>
              </mc:Fallback>
            </mc:AlternateContent>
          </a:graphicData>
        </a:graphic>
      </p:graphicFrame>
      <p:sp>
        <p:nvSpPr>
          <p:cNvPr id="6" name="Espace réservé du texte 7"/>
          <p:cNvSpPr txBox="1">
            <a:spLocks/>
          </p:cNvSpPr>
          <p:nvPr/>
        </p:nvSpPr>
        <p:spPr>
          <a:xfrm>
            <a:off x="1298875" y="1332891"/>
            <a:ext cx="6533994" cy="4340510"/>
          </a:xfrm>
          <a:prstGeom prst="rect">
            <a:avLst/>
          </a:prstGeom>
        </p:spPr>
        <p:txBody>
          <a:bodyPr anchor="t"/>
          <a:lstStyle>
            <a:lvl1pPr marL="0" indent="0" algn="l" defTabSz="592515" rtl="0" eaLnBrk="1" fontAlgn="base" hangingPunct="1">
              <a:spcBef>
                <a:spcPct val="0"/>
              </a:spcBef>
              <a:spcAft>
                <a:spcPct val="0"/>
              </a:spcAft>
              <a:buClr>
                <a:schemeClr val="tx2"/>
              </a:buClr>
              <a:buSzPct val="100000"/>
              <a:defRPr sz="1059" baseline="0">
                <a:solidFill>
                  <a:schemeClr val="tx1"/>
                </a:solidFill>
                <a:latin typeface="+mn-lt"/>
                <a:ea typeface="+mn-ea"/>
                <a:cs typeface="+mn-cs"/>
              </a:defRPr>
            </a:lvl1pPr>
            <a:lvl2pPr marL="128167" indent="-127118" algn="l" defTabSz="592515" rtl="0" eaLnBrk="1" fontAlgn="base" hangingPunct="1">
              <a:spcBef>
                <a:spcPct val="0"/>
              </a:spcBef>
              <a:spcAft>
                <a:spcPct val="0"/>
              </a:spcAft>
              <a:buClr>
                <a:schemeClr val="tx2"/>
              </a:buClr>
              <a:buSzPct val="125000"/>
              <a:buFont typeface="Arial" charset="0"/>
              <a:buChar char="▪"/>
              <a:defRPr sz="1059" baseline="0">
                <a:solidFill>
                  <a:schemeClr val="tx1"/>
                </a:solidFill>
                <a:latin typeface="+mn-lt"/>
              </a:defRPr>
            </a:lvl2pPr>
            <a:lvl3pPr marL="302559" indent="-173342" algn="l" defTabSz="592515" rtl="0" eaLnBrk="1" fontAlgn="base" hangingPunct="1">
              <a:spcBef>
                <a:spcPct val="0"/>
              </a:spcBef>
              <a:spcAft>
                <a:spcPct val="0"/>
              </a:spcAft>
              <a:buClr>
                <a:schemeClr val="tx2"/>
              </a:buClr>
              <a:buSzPct val="120000"/>
              <a:buFont typeface="Arial" charset="0"/>
              <a:buChar char="–"/>
              <a:defRPr sz="1059" baseline="0">
                <a:solidFill>
                  <a:schemeClr val="tx1"/>
                </a:solidFill>
                <a:latin typeface="+mn-lt"/>
              </a:defRPr>
            </a:lvl3pPr>
            <a:lvl4pPr marL="406565" indent="-102956" algn="l" defTabSz="592515" rtl="0" eaLnBrk="1" fontAlgn="base" hangingPunct="1">
              <a:spcBef>
                <a:spcPct val="0"/>
              </a:spcBef>
              <a:spcAft>
                <a:spcPct val="0"/>
              </a:spcAft>
              <a:buClr>
                <a:schemeClr val="tx2"/>
              </a:buClr>
              <a:buSzPct val="120000"/>
              <a:buFont typeface="Arial" charset="0"/>
              <a:buChar char="▫"/>
              <a:defRPr sz="1059" baseline="0">
                <a:solidFill>
                  <a:schemeClr val="tx1"/>
                </a:solidFill>
                <a:latin typeface="+mn-lt"/>
              </a:defRPr>
            </a:lvl4pPr>
            <a:lvl5pPr marL="496198" indent="-86146" algn="l" defTabSz="592515" rtl="0" eaLnBrk="1" fontAlgn="base" hangingPunct="1">
              <a:spcBef>
                <a:spcPct val="0"/>
              </a:spcBef>
              <a:spcAft>
                <a:spcPct val="0"/>
              </a:spcAft>
              <a:buClr>
                <a:schemeClr val="tx2"/>
              </a:buClr>
              <a:buSzPct val="89000"/>
              <a:buFont typeface="Arial" charset="0"/>
              <a:buChar char="-"/>
              <a:defRPr sz="1059" baseline="0">
                <a:solidFill>
                  <a:schemeClr val="tx1"/>
                </a:solidFill>
                <a:latin typeface="+mn-lt"/>
              </a:defRPr>
            </a:lvl5pPr>
            <a:lvl6pPr marL="496198" indent="-86146" algn="l" defTabSz="592515" rtl="0" eaLnBrk="1" fontAlgn="base" hangingPunct="1">
              <a:spcBef>
                <a:spcPct val="0"/>
              </a:spcBef>
              <a:spcAft>
                <a:spcPct val="0"/>
              </a:spcAft>
              <a:buClr>
                <a:schemeClr val="tx2"/>
              </a:buClr>
              <a:buSzPct val="89000"/>
              <a:buFont typeface="Arial" charset="0"/>
              <a:buChar char="-"/>
              <a:defRPr sz="1059" baseline="0">
                <a:solidFill>
                  <a:schemeClr val="tx1"/>
                </a:solidFill>
                <a:latin typeface="+mn-lt"/>
              </a:defRPr>
            </a:lvl6pPr>
            <a:lvl7pPr marL="496198" indent="-86146" algn="l" defTabSz="592515" rtl="0" eaLnBrk="1" fontAlgn="base" hangingPunct="1">
              <a:spcBef>
                <a:spcPct val="0"/>
              </a:spcBef>
              <a:spcAft>
                <a:spcPct val="0"/>
              </a:spcAft>
              <a:buClr>
                <a:schemeClr val="tx2"/>
              </a:buClr>
              <a:buSzPct val="89000"/>
              <a:buFont typeface="Arial" charset="0"/>
              <a:buChar char="-"/>
              <a:defRPr sz="1059" baseline="0">
                <a:solidFill>
                  <a:schemeClr val="tx1"/>
                </a:solidFill>
                <a:latin typeface="+mn-lt"/>
              </a:defRPr>
            </a:lvl7pPr>
            <a:lvl8pPr marL="496198" indent="-86146" algn="l" defTabSz="592515" rtl="0" eaLnBrk="1" fontAlgn="base" hangingPunct="1">
              <a:spcBef>
                <a:spcPct val="0"/>
              </a:spcBef>
              <a:spcAft>
                <a:spcPct val="0"/>
              </a:spcAft>
              <a:buClr>
                <a:schemeClr val="tx2"/>
              </a:buClr>
              <a:buSzPct val="89000"/>
              <a:buFont typeface="Arial" charset="0"/>
              <a:buChar char="-"/>
              <a:defRPr sz="1059" baseline="0">
                <a:solidFill>
                  <a:schemeClr val="tx1"/>
                </a:solidFill>
                <a:latin typeface="+mn-lt"/>
              </a:defRPr>
            </a:lvl8pPr>
            <a:lvl9pPr marL="496198" indent="-86146" algn="l" defTabSz="592515" rtl="0" eaLnBrk="1" fontAlgn="base" hangingPunct="1">
              <a:spcBef>
                <a:spcPct val="0"/>
              </a:spcBef>
              <a:spcAft>
                <a:spcPct val="0"/>
              </a:spcAft>
              <a:buClr>
                <a:schemeClr val="tx2"/>
              </a:buClr>
              <a:buSzPct val="89000"/>
              <a:buFont typeface="Arial" charset="0"/>
              <a:buChar char="-"/>
              <a:defRPr sz="1059" baseline="0">
                <a:solidFill>
                  <a:schemeClr val="tx1"/>
                </a:solidFill>
                <a:latin typeface="+mn-lt"/>
              </a:defRPr>
            </a:lvl9pPr>
          </a:lstStyle>
          <a:p>
            <a:pPr algn="just">
              <a:spcBef>
                <a:spcPts val="300"/>
              </a:spcBef>
              <a:spcAft>
                <a:spcPts val="300"/>
              </a:spcAft>
              <a:buClr>
                <a:srgbClr val="288E15"/>
              </a:buClr>
              <a:defRPr/>
            </a:pPr>
            <a:endParaRPr lang="fr-FR" sz="900" kern="0" dirty="0">
              <a:solidFill>
                <a:srgbClr val="000000"/>
              </a:solidFill>
              <a:latin typeface="Verdana" panose="020B0604030504040204" pitchFamily="34" charset="0"/>
              <a:ea typeface="Verdana" panose="020B0604030504040204" pitchFamily="34" charset="0"/>
            </a:endParaRPr>
          </a:p>
        </p:txBody>
      </p:sp>
      <p:sp>
        <p:nvSpPr>
          <p:cNvPr id="7" name="Espace réservé du texte 7"/>
          <p:cNvSpPr txBox="1">
            <a:spLocks/>
          </p:cNvSpPr>
          <p:nvPr/>
        </p:nvSpPr>
        <p:spPr>
          <a:xfrm>
            <a:off x="1413175" y="1447191"/>
            <a:ext cx="6533994" cy="4340510"/>
          </a:xfrm>
          <a:prstGeom prst="rect">
            <a:avLst/>
          </a:prstGeom>
        </p:spPr>
        <p:txBody>
          <a:bodyPr anchor="t"/>
          <a:lstStyle>
            <a:lvl1pPr marL="0" indent="0" algn="l" defTabSz="592515" rtl="0" eaLnBrk="1" fontAlgn="base" hangingPunct="1">
              <a:spcBef>
                <a:spcPct val="0"/>
              </a:spcBef>
              <a:spcAft>
                <a:spcPct val="0"/>
              </a:spcAft>
              <a:buClr>
                <a:schemeClr val="tx2"/>
              </a:buClr>
              <a:buSzPct val="100000"/>
              <a:defRPr sz="1059" baseline="0">
                <a:solidFill>
                  <a:schemeClr val="tx1"/>
                </a:solidFill>
                <a:latin typeface="+mn-lt"/>
                <a:ea typeface="+mn-ea"/>
                <a:cs typeface="+mn-cs"/>
              </a:defRPr>
            </a:lvl1pPr>
            <a:lvl2pPr marL="128167" indent="-127118" algn="l" defTabSz="592515" rtl="0" eaLnBrk="1" fontAlgn="base" hangingPunct="1">
              <a:spcBef>
                <a:spcPct val="0"/>
              </a:spcBef>
              <a:spcAft>
                <a:spcPct val="0"/>
              </a:spcAft>
              <a:buClr>
                <a:schemeClr val="tx2"/>
              </a:buClr>
              <a:buSzPct val="125000"/>
              <a:buFont typeface="Arial" charset="0"/>
              <a:buChar char="▪"/>
              <a:defRPr sz="1059" baseline="0">
                <a:solidFill>
                  <a:schemeClr val="tx1"/>
                </a:solidFill>
                <a:latin typeface="+mn-lt"/>
              </a:defRPr>
            </a:lvl2pPr>
            <a:lvl3pPr marL="302559" indent="-173342" algn="l" defTabSz="592515" rtl="0" eaLnBrk="1" fontAlgn="base" hangingPunct="1">
              <a:spcBef>
                <a:spcPct val="0"/>
              </a:spcBef>
              <a:spcAft>
                <a:spcPct val="0"/>
              </a:spcAft>
              <a:buClr>
                <a:schemeClr val="tx2"/>
              </a:buClr>
              <a:buSzPct val="120000"/>
              <a:buFont typeface="Arial" charset="0"/>
              <a:buChar char="–"/>
              <a:defRPr sz="1059" baseline="0">
                <a:solidFill>
                  <a:schemeClr val="tx1"/>
                </a:solidFill>
                <a:latin typeface="+mn-lt"/>
              </a:defRPr>
            </a:lvl3pPr>
            <a:lvl4pPr marL="406565" indent="-102956" algn="l" defTabSz="592515" rtl="0" eaLnBrk="1" fontAlgn="base" hangingPunct="1">
              <a:spcBef>
                <a:spcPct val="0"/>
              </a:spcBef>
              <a:spcAft>
                <a:spcPct val="0"/>
              </a:spcAft>
              <a:buClr>
                <a:schemeClr val="tx2"/>
              </a:buClr>
              <a:buSzPct val="120000"/>
              <a:buFont typeface="Arial" charset="0"/>
              <a:buChar char="▫"/>
              <a:defRPr sz="1059" baseline="0">
                <a:solidFill>
                  <a:schemeClr val="tx1"/>
                </a:solidFill>
                <a:latin typeface="+mn-lt"/>
              </a:defRPr>
            </a:lvl4pPr>
            <a:lvl5pPr marL="496198" indent="-86146" algn="l" defTabSz="592515" rtl="0" eaLnBrk="1" fontAlgn="base" hangingPunct="1">
              <a:spcBef>
                <a:spcPct val="0"/>
              </a:spcBef>
              <a:spcAft>
                <a:spcPct val="0"/>
              </a:spcAft>
              <a:buClr>
                <a:schemeClr val="tx2"/>
              </a:buClr>
              <a:buSzPct val="89000"/>
              <a:buFont typeface="Arial" charset="0"/>
              <a:buChar char="-"/>
              <a:defRPr sz="1059" baseline="0">
                <a:solidFill>
                  <a:schemeClr val="tx1"/>
                </a:solidFill>
                <a:latin typeface="+mn-lt"/>
              </a:defRPr>
            </a:lvl5pPr>
            <a:lvl6pPr marL="496198" indent="-86146" algn="l" defTabSz="592515" rtl="0" eaLnBrk="1" fontAlgn="base" hangingPunct="1">
              <a:spcBef>
                <a:spcPct val="0"/>
              </a:spcBef>
              <a:spcAft>
                <a:spcPct val="0"/>
              </a:spcAft>
              <a:buClr>
                <a:schemeClr val="tx2"/>
              </a:buClr>
              <a:buSzPct val="89000"/>
              <a:buFont typeface="Arial" charset="0"/>
              <a:buChar char="-"/>
              <a:defRPr sz="1059" baseline="0">
                <a:solidFill>
                  <a:schemeClr val="tx1"/>
                </a:solidFill>
                <a:latin typeface="+mn-lt"/>
              </a:defRPr>
            </a:lvl6pPr>
            <a:lvl7pPr marL="496198" indent="-86146" algn="l" defTabSz="592515" rtl="0" eaLnBrk="1" fontAlgn="base" hangingPunct="1">
              <a:spcBef>
                <a:spcPct val="0"/>
              </a:spcBef>
              <a:spcAft>
                <a:spcPct val="0"/>
              </a:spcAft>
              <a:buClr>
                <a:schemeClr val="tx2"/>
              </a:buClr>
              <a:buSzPct val="89000"/>
              <a:buFont typeface="Arial" charset="0"/>
              <a:buChar char="-"/>
              <a:defRPr sz="1059" baseline="0">
                <a:solidFill>
                  <a:schemeClr val="tx1"/>
                </a:solidFill>
                <a:latin typeface="+mn-lt"/>
              </a:defRPr>
            </a:lvl7pPr>
            <a:lvl8pPr marL="496198" indent="-86146" algn="l" defTabSz="592515" rtl="0" eaLnBrk="1" fontAlgn="base" hangingPunct="1">
              <a:spcBef>
                <a:spcPct val="0"/>
              </a:spcBef>
              <a:spcAft>
                <a:spcPct val="0"/>
              </a:spcAft>
              <a:buClr>
                <a:schemeClr val="tx2"/>
              </a:buClr>
              <a:buSzPct val="89000"/>
              <a:buFont typeface="Arial" charset="0"/>
              <a:buChar char="-"/>
              <a:defRPr sz="1059" baseline="0">
                <a:solidFill>
                  <a:schemeClr val="tx1"/>
                </a:solidFill>
                <a:latin typeface="+mn-lt"/>
              </a:defRPr>
            </a:lvl8pPr>
            <a:lvl9pPr marL="496198" indent="-86146" algn="l" defTabSz="592515" rtl="0" eaLnBrk="1" fontAlgn="base" hangingPunct="1">
              <a:spcBef>
                <a:spcPct val="0"/>
              </a:spcBef>
              <a:spcAft>
                <a:spcPct val="0"/>
              </a:spcAft>
              <a:buClr>
                <a:schemeClr val="tx2"/>
              </a:buClr>
              <a:buSzPct val="89000"/>
              <a:buFont typeface="Arial" charset="0"/>
              <a:buChar char="-"/>
              <a:defRPr sz="1059" baseline="0">
                <a:solidFill>
                  <a:schemeClr val="tx1"/>
                </a:solidFill>
                <a:latin typeface="+mn-lt"/>
              </a:defRPr>
            </a:lvl9pPr>
          </a:lstStyle>
          <a:p>
            <a:pPr algn="just">
              <a:spcBef>
                <a:spcPts val="300"/>
              </a:spcBef>
              <a:spcAft>
                <a:spcPts val="300"/>
              </a:spcAft>
              <a:buClr>
                <a:srgbClr val="288E15"/>
              </a:buClr>
              <a:defRPr/>
            </a:pPr>
            <a:endParaRPr lang="fr-FR" sz="900" kern="0" dirty="0">
              <a:solidFill>
                <a:srgbClr val="000000"/>
              </a:solidFill>
              <a:latin typeface="Verdana" panose="020B0604030504040204" pitchFamily="34" charset="0"/>
              <a:ea typeface="Verdana" panose="020B0604030504040204" pitchFamily="34" charset="0"/>
            </a:endParaRPr>
          </a:p>
        </p:txBody>
      </p:sp>
      <p:graphicFrame>
        <p:nvGraphicFramePr>
          <p:cNvPr id="8" name="Tableau 7"/>
          <p:cNvGraphicFramePr>
            <a:graphicFrameLocks noGrp="1"/>
          </p:cNvGraphicFramePr>
          <p:nvPr>
            <p:extLst>
              <p:ext uri="{D42A27DB-BD31-4B8C-83A1-F6EECF244321}">
                <p14:modId xmlns:p14="http://schemas.microsoft.com/office/powerpoint/2010/main" val="1265261473"/>
              </p:ext>
            </p:extLst>
          </p:nvPr>
        </p:nvGraphicFramePr>
        <p:xfrm>
          <a:off x="118581" y="697607"/>
          <a:ext cx="8894581" cy="5716701"/>
        </p:xfrm>
        <a:graphic>
          <a:graphicData uri="http://schemas.openxmlformats.org/drawingml/2006/table">
            <a:tbl>
              <a:tblPr firstRow="1" firstCol="1" bandRow="1">
                <a:tableStyleId>{5C22544A-7EE6-4342-B048-85BDC9FD1C3A}</a:tableStyleId>
              </a:tblPr>
              <a:tblGrid>
                <a:gridCol w="732753">
                  <a:extLst>
                    <a:ext uri="{9D8B030D-6E8A-4147-A177-3AD203B41FA5}">
                      <a16:colId xmlns:a16="http://schemas.microsoft.com/office/drawing/2014/main" val="4221827508"/>
                    </a:ext>
                  </a:extLst>
                </a:gridCol>
                <a:gridCol w="1075437">
                  <a:extLst>
                    <a:ext uri="{9D8B030D-6E8A-4147-A177-3AD203B41FA5}">
                      <a16:colId xmlns:a16="http://schemas.microsoft.com/office/drawing/2014/main" val="1336493521"/>
                    </a:ext>
                  </a:extLst>
                </a:gridCol>
                <a:gridCol w="1659481">
                  <a:extLst>
                    <a:ext uri="{9D8B030D-6E8A-4147-A177-3AD203B41FA5}">
                      <a16:colId xmlns:a16="http://schemas.microsoft.com/office/drawing/2014/main" val="3105344885"/>
                    </a:ext>
                  </a:extLst>
                </a:gridCol>
                <a:gridCol w="1808970">
                  <a:extLst>
                    <a:ext uri="{9D8B030D-6E8A-4147-A177-3AD203B41FA5}">
                      <a16:colId xmlns:a16="http://schemas.microsoft.com/office/drawing/2014/main" val="3868640750"/>
                    </a:ext>
                  </a:extLst>
                </a:gridCol>
                <a:gridCol w="1808970">
                  <a:extLst>
                    <a:ext uri="{9D8B030D-6E8A-4147-A177-3AD203B41FA5}">
                      <a16:colId xmlns:a16="http://schemas.microsoft.com/office/drawing/2014/main" val="3259536550"/>
                    </a:ext>
                  </a:extLst>
                </a:gridCol>
                <a:gridCol w="1808970">
                  <a:extLst>
                    <a:ext uri="{9D8B030D-6E8A-4147-A177-3AD203B41FA5}">
                      <a16:colId xmlns:a16="http://schemas.microsoft.com/office/drawing/2014/main" val="2592075785"/>
                    </a:ext>
                  </a:extLst>
                </a:gridCol>
              </a:tblGrid>
              <a:tr h="316879">
                <a:tc gridSpan="2">
                  <a:txBody>
                    <a:bodyPr/>
                    <a:lstStyle/>
                    <a:p>
                      <a:pPr algn="just">
                        <a:spcAft>
                          <a:spcPts val="0"/>
                        </a:spcAft>
                      </a:pPr>
                      <a:r>
                        <a:rPr lang="fr-FR" sz="1000" dirty="0">
                          <a:effectLst/>
                          <a:latin typeface="Verdana" panose="020B0604030504040204" pitchFamily="34" charset="0"/>
                          <a:ea typeface="Verdana" panose="020B0604030504040204" pitchFamily="34" charset="0"/>
                        </a:rPr>
                        <a:t> </a:t>
                      </a:r>
                      <a:endParaRPr lang="fr-FR" sz="1000" dirty="0">
                        <a:effectLst/>
                        <a:latin typeface="Verdana" panose="020B0604030504040204" pitchFamily="34" charset="0"/>
                        <a:ea typeface="Verdana" panose="020B0604030504040204" pitchFamily="34" charset="0"/>
                        <a:cs typeface="Times New Roman" panose="02020603050405020304" pitchFamily="18" charset="0"/>
                      </a:endParaRPr>
                    </a:p>
                  </a:txBody>
                  <a:tcPr marL="72000" marR="72000" marT="36000" marB="36000" anchor="ctr">
                    <a:lnL w="9525"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hMerge="1">
                  <a:txBody>
                    <a:bodyPr/>
                    <a:lstStyle/>
                    <a:p>
                      <a:endParaRPr lang="fr-FR"/>
                    </a:p>
                  </a:txBody>
                  <a:tcPr/>
                </a:tc>
                <a:tc>
                  <a:txBody>
                    <a:bodyPr/>
                    <a:lstStyle/>
                    <a:p>
                      <a:pPr algn="ctr">
                        <a:spcAft>
                          <a:spcPts val="0"/>
                        </a:spcAft>
                      </a:pPr>
                      <a:r>
                        <a:rPr lang="fr-FR" sz="1000" dirty="0">
                          <a:solidFill>
                            <a:schemeClr val="tx1"/>
                          </a:solidFill>
                          <a:effectLst/>
                          <a:latin typeface="Verdana" panose="020B0604030504040204" pitchFamily="34" charset="0"/>
                          <a:ea typeface="Verdana" panose="020B0604030504040204" pitchFamily="34" charset="0"/>
                        </a:rPr>
                        <a:t>FAIBLE</a:t>
                      </a:r>
                      <a:endParaRPr lang="fr-FR"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72000" marR="72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algn="ctr">
                        <a:spcAft>
                          <a:spcPts val="0"/>
                        </a:spcAft>
                      </a:pPr>
                      <a:r>
                        <a:rPr lang="fr-FR" sz="1000" dirty="0">
                          <a:solidFill>
                            <a:schemeClr val="tx1"/>
                          </a:solidFill>
                          <a:effectLst/>
                          <a:latin typeface="Verdana" panose="020B0604030504040204" pitchFamily="34" charset="0"/>
                          <a:ea typeface="Verdana" panose="020B0604030504040204" pitchFamily="34" charset="0"/>
                        </a:rPr>
                        <a:t>MODÉRÉ</a:t>
                      </a:r>
                      <a:endParaRPr lang="fr-FR"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72000" marR="72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algn="ctr">
                        <a:spcAft>
                          <a:spcPts val="0"/>
                        </a:spcAft>
                      </a:pPr>
                      <a:r>
                        <a:rPr lang="fr-FR"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FORT</a:t>
                      </a:r>
                    </a:p>
                  </a:txBody>
                  <a:tcPr marL="72000" marR="72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algn="ctr">
                        <a:spcAft>
                          <a:spcPts val="0"/>
                        </a:spcAft>
                      </a:pPr>
                      <a:r>
                        <a:rPr lang="fr-FR"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MAJEUR</a:t>
                      </a:r>
                    </a:p>
                  </a:txBody>
                  <a:tcPr marL="72000" marR="72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76810224"/>
                  </a:ext>
                </a:extLst>
              </a:tr>
              <a:tr h="1844848">
                <a:tc gridSpan="2">
                  <a:txBody>
                    <a:bodyPr/>
                    <a:lstStyle/>
                    <a:p>
                      <a:pPr algn="ctr">
                        <a:spcAft>
                          <a:spcPts val="0"/>
                        </a:spcAft>
                      </a:pPr>
                      <a:r>
                        <a:rPr lang="fr-FR" sz="1000" dirty="0">
                          <a:solidFill>
                            <a:schemeClr val="tx1"/>
                          </a:solidFill>
                          <a:effectLst/>
                          <a:latin typeface="Verdana" panose="020B0604030504040204" pitchFamily="34" charset="0"/>
                          <a:ea typeface="Verdana" panose="020B0604030504040204" pitchFamily="34" charset="0"/>
                        </a:rPr>
                        <a:t>IMPACT HUMAIN</a:t>
                      </a:r>
                      <a:endParaRPr lang="fr-FR"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72000" marR="72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hMerge="1">
                  <a:txBody>
                    <a:bodyPr/>
                    <a:lstStyle/>
                    <a:p>
                      <a:endParaRPr lang="fr-FR"/>
                    </a:p>
                  </a:txBody>
                  <a:tcPr/>
                </a:tc>
                <a:tc>
                  <a:txBody>
                    <a:bodyPr/>
                    <a:lstStyle/>
                    <a:p>
                      <a:pPr algn="l">
                        <a:spcAft>
                          <a:spcPts val="0"/>
                        </a:spcAft>
                      </a:pPr>
                      <a:r>
                        <a:rPr lang="fr-FR" sz="1000" dirty="0">
                          <a:latin typeface="Verdana" panose="020B0604030504040204" pitchFamily="34" charset="0"/>
                          <a:ea typeface="Verdana" panose="020B0604030504040204" pitchFamily="34" charset="0"/>
                        </a:rPr>
                        <a:t>- Accident/Incident corporel sans arrêt de travail </a:t>
                      </a:r>
                    </a:p>
                    <a:p>
                      <a:pPr algn="l">
                        <a:spcAft>
                          <a:spcPts val="0"/>
                        </a:spcAft>
                      </a:pPr>
                      <a:r>
                        <a:rPr lang="fr-FR" sz="1000" dirty="0">
                          <a:latin typeface="Verdana" panose="020B0604030504040204" pitchFamily="34" charset="0"/>
                          <a:ea typeface="Verdana" panose="020B0604030504040204" pitchFamily="34" charset="0"/>
                        </a:rPr>
                        <a:t>- Climat social globalement calme avec observations de quelques tensions. </a:t>
                      </a:r>
                    </a:p>
                    <a:p>
                      <a:pPr algn="l">
                        <a:spcAft>
                          <a:spcPts val="0"/>
                        </a:spcAft>
                      </a:pPr>
                      <a:r>
                        <a:rPr lang="fr-FR" sz="1000" dirty="0">
                          <a:latin typeface="Verdana" panose="020B0604030504040204" pitchFamily="34" charset="0"/>
                          <a:ea typeface="Verdana" panose="020B0604030504040204" pitchFamily="34" charset="0"/>
                        </a:rPr>
                        <a:t>- Turnover inférieur à 1%</a:t>
                      </a:r>
                      <a:endParaRPr lang="fr-FR" sz="1000" dirty="0">
                        <a:effectLst/>
                        <a:latin typeface="Verdana" panose="020B0604030504040204" pitchFamily="34" charset="0"/>
                        <a:ea typeface="Verdana" panose="020B0604030504040204" pitchFamily="34" charset="0"/>
                        <a:cs typeface="Times New Roman" panose="02020603050405020304" pitchFamily="18" charset="0"/>
                      </a:endParaRPr>
                    </a:p>
                  </a:txBody>
                  <a:tcPr marL="72000" marR="72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indent="-171450" algn="l" defTabSz="806786" rtl="0" eaLnBrk="1" latinLnBrk="0" hangingPunct="1">
                        <a:spcAft>
                          <a:spcPts val="0"/>
                        </a:spcAft>
                        <a:buFontTx/>
                        <a:buChar char="-"/>
                      </a:pPr>
                      <a:r>
                        <a:rPr lang="fr-FR" sz="1000" kern="1200" dirty="0">
                          <a:solidFill>
                            <a:schemeClr val="dk1"/>
                          </a:solidFill>
                          <a:latin typeface="Verdana" panose="020B0604030504040204" pitchFamily="34" charset="0"/>
                          <a:ea typeface="Verdana" panose="020B0604030504040204" pitchFamily="34" charset="0"/>
                          <a:cs typeface="+mn-cs"/>
                        </a:rPr>
                        <a:t>Accident de travail avec blessures mineures</a:t>
                      </a:r>
                    </a:p>
                    <a:p>
                      <a:pPr marL="0" indent="-171450" algn="l" defTabSz="806786" rtl="0" eaLnBrk="1" latinLnBrk="0" hangingPunct="1">
                        <a:spcAft>
                          <a:spcPts val="0"/>
                        </a:spcAft>
                        <a:buFontTx/>
                        <a:buChar char="-"/>
                      </a:pPr>
                      <a:r>
                        <a:rPr lang="fr-FR" sz="1000" kern="1200" dirty="0">
                          <a:solidFill>
                            <a:schemeClr val="dk1"/>
                          </a:solidFill>
                          <a:latin typeface="Verdana" panose="020B0604030504040204" pitchFamily="34" charset="0"/>
                          <a:ea typeface="Verdana" panose="020B0604030504040204" pitchFamily="34" charset="0"/>
                          <a:cs typeface="+mn-cs"/>
                        </a:rPr>
                        <a:t> Climat social modérément perturbé avec sollicitations des représentants du personnel par les collaborateurs </a:t>
                      </a:r>
                    </a:p>
                    <a:p>
                      <a:pPr marL="0" indent="0" algn="l" defTabSz="806786" rtl="0" eaLnBrk="1" latinLnBrk="0" hangingPunct="1">
                        <a:spcAft>
                          <a:spcPts val="0"/>
                        </a:spcAft>
                        <a:buFontTx/>
                        <a:buNone/>
                      </a:pPr>
                      <a:r>
                        <a:rPr lang="fr-FR" sz="1000" kern="1200" dirty="0">
                          <a:solidFill>
                            <a:schemeClr val="dk1"/>
                          </a:solidFill>
                          <a:latin typeface="Verdana" panose="020B0604030504040204" pitchFamily="34" charset="0"/>
                          <a:ea typeface="Verdana" panose="020B0604030504040204" pitchFamily="34" charset="0"/>
                          <a:cs typeface="+mn-cs"/>
                        </a:rPr>
                        <a:t>- Turnover entre 1 et 3%</a:t>
                      </a:r>
                    </a:p>
                  </a:txBody>
                  <a:tcPr marL="72000" marR="72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spcAft>
                          <a:spcPts val="0"/>
                        </a:spcAft>
                      </a:pPr>
                      <a:r>
                        <a:rPr lang="fr-FR" sz="1000" dirty="0">
                          <a:effectLst/>
                          <a:latin typeface="Verdana" panose="020B0604030504040204" pitchFamily="34" charset="0"/>
                          <a:ea typeface="Verdana" panose="020B0604030504040204" pitchFamily="34" charset="0"/>
                        </a:rPr>
                        <a:t> - Accident de travail grave avec lésions</a:t>
                      </a:r>
                    </a:p>
                    <a:p>
                      <a:pPr algn="l">
                        <a:spcAft>
                          <a:spcPts val="0"/>
                        </a:spcAft>
                      </a:pPr>
                      <a:r>
                        <a:rPr lang="fr-FR" sz="1000" dirty="0">
                          <a:effectLst/>
                          <a:latin typeface="Verdana" panose="020B0604030504040204" pitchFamily="34" charset="0"/>
                          <a:ea typeface="Verdana" panose="020B0604030504040204" pitchFamily="34" charset="0"/>
                        </a:rPr>
                        <a:t>réversibles, dommages corporels graves </a:t>
                      </a:r>
                    </a:p>
                    <a:p>
                      <a:pPr algn="l">
                        <a:spcAft>
                          <a:spcPts val="0"/>
                        </a:spcAft>
                      </a:pPr>
                      <a:r>
                        <a:rPr lang="fr-FR" sz="1000" dirty="0">
                          <a:effectLst/>
                          <a:latin typeface="Verdana" panose="020B0604030504040204" pitchFamily="34" charset="0"/>
                          <a:ea typeface="Verdana" panose="020B0604030504040204" pitchFamily="34" charset="0"/>
                        </a:rPr>
                        <a:t>- Climat social tendu (tracts, points de</a:t>
                      </a:r>
                    </a:p>
                    <a:p>
                      <a:pPr algn="l">
                        <a:spcAft>
                          <a:spcPts val="0"/>
                        </a:spcAft>
                      </a:pPr>
                      <a:r>
                        <a:rPr lang="fr-FR" sz="1000" dirty="0">
                          <a:effectLst/>
                          <a:latin typeface="Verdana" panose="020B0604030504040204" pitchFamily="34" charset="0"/>
                          <a:ea typeface="Verdana" panose="020B0604030504040204" pitchFamily="34" charset="0"/>
                        </a:rPr>
                        <a:t>divergence observés), </a:t>
                      </a:r>
                    </a:p>
                    <a:p>
                      <a:pPr algn="l">
                        <a:spcAft>
                          <a:spcPts val="0"/>
                        </a:spcAft>
                      </a:pPr>
                      <a:r>
                        <a:rPr lang="fr-FR" sz="1000" dirty="0">
                          <a:effectLst/>
                          <a:latin typeface="Verdana" panose="020B0604030504040204" pitchFamily="34" charset="0"/>
                          <a:ea typeface="Verdana" panose="020B0604030504040204" pitchFamily="34" charset="0"/>
                        </a:rPr>
                        <a:t>- Turnover entre 3 et 5%</a:t>
                      </a:r>
                      <a:endParaRPr lang="fr-FR" sz="1000" dirty="0">
                        <a:effectLst/>
                        <a:latin typeface="Verdana" panose="020B0604030504040204" pitchFamily="34" charset="0"/>
                        <a:ea typeface="Verdana" panose="020B0604030504040204" pitchFamily="34" charset="0"/>
                        <a:cs typeface="Times New Roman" panose="02020603050405020304" pitchFamily="18" charset="0"/>
                      </a:endParaRPr>
                    </a:p>
                  </a:txBody>
                  <a:tcPr marL="72000" marR="72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spcAft>
                          <a:spcPts val="0"/>
                        </a:spcAft>
                      </a:pPr>
                      <a:r>
                        <a:rPr lang="fr-FR" sz="1000" dirty="0">
                          <a:effectLst/>
                          <a:latin typeface="Verdana" panose="020B0604030504040204" pitchFamily="34" charset="0"/>
                          <a:ea typeface="Verdana" panose="020B0604030504040204" pitchFamily="34" charset="0"/>
                        </a:rPr>
                        <a:t>- Fatalité ou accident avec lésions</a:t>
                      </a:r>
                    </a:p>
                    <a:p>
                      <a:pPr algn="l">
                        <a:spcAft>
                          <a:spcPts val="0"/>
                        </a:spcAft>
                      </a:pPr>
                      <a:r>
                        <a:rPr lang="fr-FR" sz="1000" dirty="0">
                          <a:effectLst/>
                          <a:latin typeface="Verdana" panose="020B0604030504040204" pitchFamily="34" charset="0"/>
                          <a:ea typeface="Verdana" panose="020B0604030504040204" pitchFamily="34" charset="0"/>
                        </a:rPr>
                        <a:t>irréversibles (invalidité, amputation, brûlures</a:t>
                      </a:r>
                    </a:p>
                    <a:p>
                      <a:pPr algn="l">
                        <a:spcAft>
                          <a:spcPts val="0"/>
                        </a:spcAft>
                      </a:pPr>
                      <a:r>
                        <a:rPr lang="fr-FR" sz="1000" dirty="0">
                          <a:effectLst/>
                          <a:latin typeface="Verdana" panose="020B0604030504040204" pitchFamily="34" charset="0"/>
                          <a:ea typeface="Verdana" panose="020B0604030504040204" pitchFamily="34" charset="0"/>
                        </a:rPr>
                        <a:t>3ème degré, …)</a:t>
                      </a:r>
                    </a:p>
                    <a:p>
                      <a:pPr algn="l">
                        <a:spcAft>
                          <a:spcPts val="0"/>
                        </a:spcAft>
                      </a:pPr>
                      <a:r>
                        <a:rPr lang="fr-FR" sz="1000" dirty="0">
                          <a:effectLst/>
                          <a:latin typeface="Verdana" panose="020B0604030504040204" pitchFamily="34" charset="0"/>
                          <a:ea typeface="Verdana" panose="020B0604030504040204" pitchFamily="34" charset="0"/>
                        </a:rPr>
                        <a:t>- Climat social très tendu (grèves, sit-in, …)</a:t>
                      </a:r>
                    </a:p>
                    <a:p>
                      <a:pPr algn="l">
                        <a:spcAft>
                          <a:spcPts val="0"/>
                        </a:spcAft>
                      </a:pPr>
                      <a:r>
                        <a:rPr lang="fr-FR" sz="1000" dirty="0">
                          <a:effectLst/>
                          <a:latin typeface="Verdana" panose="020B0604030504040204" pitchFamily="34" charset="0"/>
                          <a:ea typeface="Verdana" panose="020B0604030504040204" pitchFamily="34" charset="0"/>
                        </a:rPr>
                        <a:t>impactant l'activité</a:t>
                      </a:r>
                    </a:p>
                    <a:p>
                      <a:pPr algn="l">
                        <a:spcAft>
                          <a:spcPts val="0"/>
                        </a:spcAft>
                      </a:pPr>
                      <a:r>
                        <a:rPr lang="fr-FR" sz="1000" dirty="0">
                          <a:effectLst/>
                          <a:latin typeface="Verdana" panose="020B0604030504040204" pitchFamily="34" charset="0"/>
                          <a:ea typeface="Verdana" panose="020B0604030504040204" pitchFamily="34" charset="0"/>
                        </a:rPr>
                        <a:t>- Turnover supérieur à 5%</a:t>
                      </a:r>
                      <a:endParaRPr lang="fr-FR" sz="1000" dirty="0">
                        <a:effectLst/>
                        <a:latin typeface="Verdana" panose="020B0604030504040204" pitchFamily="34" charset="0"/>
                        <a:ea typeface="Verdana" panose="020B0604030504040204" pitchFamily="34" charset="0"/>
                        <a:cs typeface="Times New Roman" panose="02020603050405020304" pitchFamily="18" charset="0"/>
                      </a:endParaRPr>
                    </a:p>
                  </a:txBody>
                  <a:tcPr marL="72000" marR="72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06545811"/>
                  </a:ext>
                </a:extLst>
              </a:tr>
              <a:tr h="338733">
                <a:tc rowSpan="2">
                  <a:txBody>
                    <a:bodyPr/>
                    <a:lstStyle/>
                    <a:p>
                      <a:pPr algn="ctr">
                        <a:spcAft>
                          <a:spcPts val="0"/>
                        </a:spcAft>
                      </a:pPr>
                      <a:r>
                        <a:rPr lang="fr-FR" sz="1000" dirty="0">
                          <a:solidFill>
                            <a:schemeClr val="tx1"/>
                          </a:solidFill>
                          <a:effectLst/>
                          <a:latin typeface="Verdana" panose="020B0604030504040204" pitchFamily="34" charset="0"/>
                          <a:ea typeface="Verdana" panose="020B0604030504040204" pitchFamily="34" charset="0"/>
                        </a:rPr>
                        <a:t>IMPACT FINANCIER</a:t>
                      </a:r>
                      <a:endParaRPr lang="fr-FR"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72000" marR="72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algn="ctr">
                        <a:spcAft>
                          <a:spcPts val="0"/>
                        </a:spcAft>
                      </a:pPr>
                      <a:r>
                        <a:rPr lang="fr-FR" sz="1000" b="1" dirty="0">
                          <a:latin typeface="Verdana" panose="020B0604030504040204" pitchFamily="34" charset="0"/>
                          <a:ea typeface="Verdana" panose="020B0604030504040204" pitchFamily="34" charset="0"/>
                        </a:rPr>
                        <a:t>GROUPE</a:t>
                      </a:r>
                      <a:endParaRPr lang="fr-FR"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72000" marR="72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l">
                        <a:spcAft>
                          <a:spcPts val="0"/>
                        </a:spcAft>
                      </a:pPr>
                      <a:r>
                        <a:rPr lang="fr-FR" sz="1000" dirty="0">
                          <a:effectLst/>
                          <a:latin typeface="Verdana" panose="020B0604030504040204" pitchFamily="34" charset="0"/>
                          <a:ea typeface="Verdana" panose="020B0604030504040204" pitchFamily="34" charset="0"/>
                        </a:rPr>
                        <a:t>&lt; 9 MDH</a:t>
                      </a:r>
                      <a:endParaRPr lang="fr-FR" sz="1000" dirty="0">
                        <a:effectLst/>
                        <a:latin typeface="Verdana" panose="020B0604030504040204" pitchFamily="34" charset="0"/>
                        <a:ea typeface="Verdana" panose="020B0604030504040204" pitchFamily="34" charset="0"/>
                        <a:cs typeface="Times New Roman" panose="02020603050405020304" pitchFamily="18" charset="0"/>
                      </a:endParaRPr>
                    </a:p>
                  </a:txBody>
                  <a:tcPr marL="72000" marR="72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spcAft>
                          <a:spcPts val="0"/>
                        </a:spcAft>
                      </a:pPr>
                      <a:r>
                        <a:rPr lang="fr-FR" sz="1000" dirty="0">
                          <a:effectLst/>
                          <a:latin typeface="Verdana" panose="020B0604030504040204" pitchFamily="34" charset="0"/>
                          <a:ea typeface="Verdana" panose="020B0604030504040204" pitchFamily="34" charset="0"/>
                        </a:rPr>
                        <a:t>de 9 à 150 MDH</a:t>
                      </a:r>
                      <a:endParaRPr lang="fr-FR" sz="1000" dirty="0">
                        <a:effectLst/>
                        <a:latin typeface="Verdana" panose="020B0604030504040204" pitchFamily="34" charset="0"/>
                        <a:ea typeface="Verdana" panose="020B0604030504040204" pitchFamily="34" charset="0"/>
                        <a:cs typeface="Times New Roman" panose="02020603050405020304" pitchFamily="18" charset="0"/>
                      </a:endParaRPr>
                    </a:p>
                  </a:txBody>
                  <a:tcPr marL="72000" marR="72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spcAft>
                          <a:spcPts val="0"/>
                        </a:spcAft>
                      </a:pPr>
                      <a:r>
                        <a:rPr lang="fr-FR" sz="1000" dirty="0">
                          <a:effectLst/>
                          <a:latin typeface="Verdana" panose="020B0604030504040204" pitchFamily="34" charset="0"/>
                          <a:ea typeface="Verdana" panose="020B0604030504040204" pitchFamily="34" charset="0"/>
                        </a:rPr>
                        <a:t>de 150 à 300 MDH</a:t>
                      </a:r>
                      <a:endParaRPr lang="fr-FR" sz="1000" dirty="0">
                        <a:effectLst/>
                        <a:latin typeface="Verdana" panose="020B0604030504040204" pitchFamily="34" charset="0"/>
                        <a:ea typeface="Verdana" panose="020B0604030504040204" pitchFamily="34" charset="0"/>
                        <a:cs typeface="Times New Roman" panose="02020603050405020304" pitchFamily="18" charset="0"/>
                      </a:endParaRPr>
                    </a:p>
                  </a:txBody>
                  <a:tcPr marL="72000" marR="72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spcAft>
                          <a:spcPts val="0"/>
                        </a:spcAft>
                      </a:pPr>
                      <a:r>
                        <a:rPr lang="fr-FR" sz="1000" dirty="0">
                          <a:effectLst/>
                          <a:latin typeface="Verdana" panose="020B0604030504040204" pitchFamily="34" charset="0"/>
                          <a:ea typeface="Verdana" panose="020B0604030504040204" pitchFamily="34" charset="0"/>
                        </a:rPr>
                        <a:t>&gt; 300 MDH</a:t>
                      </a:r>
                      <a:endParaRPr lang="fr-FR" sz="1000" dirty="0">
                        <a:effectLst/>
                        <a:latin typeface="Verdana" panose="020B0604030504040204" pitchFamily="34" charset="0"/>
                        <a:ea typeface="Verdana" panose="020B0604030504040204" pitchFamily="34" charset="0"/>
                        <a:cs typeface="Times New Roman" panose="02020603050405020304" pitchFamily="18" charset="0"/>
                      </a:endParaRPr>
                    </a:p>
                  </a:txBody>
                  <a:tcPr marL="72000" marR="72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4535710"/>
                  </a:ext>
                </a:extLst>
              </a:tr>
              <a:tr h="1177707">
                <a:tc vMerge="1">
                  <a:txBody>
                    <a:bodyPr/>
                    <a:lstStyle/>
                    <a:p>
                      <a:endParaRPr lang="fr-FR"/>
                    </a:p>
                  </a:txBody>
                  <a:tcPr>
                    <a:lnT w="6350" cap="flat" cmpd="sng" algn="ctr">
                      <a:solidFill>
                        <a:schemeClr val="bg1">
                          <a:lumMod val="65000"/>
                        </a:schemeClr>
                      </a:solidFill>
                      <a:prstDash val="solid"/>
                      <a:round/>
                      <a:headEnd type="none" w="med" len="med"/>
                      <a:tailEnd type="none" w="med" len="med"/>
                    </a:lnT>
                  </a:tcPr>
                </a:tc>
                <a:tc>
                  <a:txBody>
                    <a:bodyPr/>
                    <a:lstStyle/>
                    <a:p>
                      <a:r>
                        <a:rPr lang="fr-FR" sz="1000" b="1" dirty="0">
                          <a:latin typeface="Verdana" panose="020B0604030504040204" pitchFamily="34" charset="0"/>
                          <a:ea typeface="Verdana" panose="020B0604030504040204" pitchFamily="34" charset="0"/>
                        </a:rPr>
                        <a:t>SITE ET AUTRES ENTITÉS (JVS, FILIALE, …)</a:t>
                      </a:r>
                      <a:endParaRPr lang="fr-FR" dirty="0"/>
                    </a:p>
                  </a:txBody>
                  <a:tcPr marL="72000" marR="72000" marT="36000" marB="36000" anchor="ctr">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l">
                        <a:spcAft>
                          <a:spcPts val="0"/>
                        </a:spcAft>
                      </a:pPr>
                      <a:r>
                        <a:rPr lang="fr-FR" sz="1000" dirty="0">
                          <a:latin typeface="Verdana" panose="020B0604030504040204" pitchFamily="34" charset="0"/>
                          <a:ea typeface="Verdana" panose="020B0604030504040204" pitchFamily="34" charset="0"/>
                        </a:rPr>
                        <a:t>&lt; 0,25% Chiffre d'Affaires </a:t>
                      </a:r>
                      <a:endParaRPr lang="fr-FR" sz="1000" dirty="0">
                        <a:effectLst/>
                        <a:latin typeface="Verdana" panose="020B0604030504040204" pitchFamily="34" charset="0"/>
                        <a:ea typeface="Verdana" panose="020B0604030504040204" pitchFamily="34" charset="0"/>
                        <a:cs typeface="Times New Roman" panose="02020603050405020304" pitchFamily="18" charset="0"/>
                      </a:endParaRPr>
                    </a:p>
                  </a:txBody>
                  <a:tcPr marL="72000" marR="72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spcAft>
                          <a:spcPts val="0"/>
                        </a:spcAft>
                      </a:pPr>
                      <a:r>
                        <a:rPr lang="fr-FR" sz="1000" dirty="0">
                          <a:latin typeface="Verdana" panose="020B0604030504040204" pitchFamily="34" charset="0"/>
                          <a:ea typeface="Verdana" panose="020B0604030504040204" pitchFamily="34" charset="0"/>
                        </a:rPr>
                        <a:t>Entre 0,25% et 2,5% Chiffre d'Affaires</a:t>
                      </a:r>
                      <a:endParaRPr lang="fr-FR" sz="1000" dirty="0">
                        <a:effectLst/>
                        <a:latin typeface="Verdana" panose="020B0604030504040204" pitchFamily="34" charset="0"/>
                        <a:ea typeface="Verdana" panose="020B0604030504040204" pitchFamily="34" charset="0"/>
                        <a:cs typeface="Times New Roman" panose="02020603050405020304" pitchFamily="18" charset="0"/>
                      </a:endParaRPr>
                    </a:p>
                  </a:txBody>
                  <a:tcPr marL="72000" marR="72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spcAft>
                          <a:spcPts val="0"/>
                        </a:spcAft>
                      </a:pPr>
                      <a:r>
                        <a:rPr lang="fr-FR" sz="1000" dirty="0">
                          <a:latin typeface="Verdana" panose="020B0604030504040204" pitchFamily="34" charset="0"/>
                          <a:ea typeface="Verdana" panose="020B0604030504040204" pitchFamily="34" charset="0"/>
                        </a:rPr>
                        <a:t>Entre 2,5% et 5% Chiffre d'Affaires </a:t>
                      </a:r>
                      <a:endParaRPr lang="fr-FR" sz="1000" dirty="0">
                        <a:effectLst/>
                        <a:latin typeface="Verdana" panose="020B0604030504040204" pitchFamily="34" charset="0"/>
                        <a:ea typeface="Verdana" panose="020B0604030504040204" pitchFamily="34" charset="0"/>
                        <a:cs typeface="Times New Roman" panose="02020603050405020304" pitchFamily="18" charset="0"/>
                      </a:endParaRPr>
                    </a:p>
                  </a:txBody>
                  <a:tcPr marL="72000" marR="72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spcAft>
                          <a:spcPts val="0"/>
                        </a:spcAft>
                      </a:pPr>
                      <a:r>
                        <a:rPr lang="fr-FR" sz="1000" dirty="0">
                          <a:effectLst/>
                          <a:latin typeface="Verdana" panose="020B0604030504040204" pitchFamily="34" charset="0"/>
                          <a:ea typeface="Verdana" panose="020B0604030504040204" pitchFamily="34" charset="0"/>
                        </a:rPr>
                        <a:t>&gt; </a:t>
                      </a:r>
                      <a:r>
                        <a:rPr lang="fr-FR" sz="1000" dirty="0">
                          <a:latin typeface="Verdana" panose="020B0604030504040204" pitchFamily="34" charset="0"/>
                          <a:ea typeface="Verdana" panose="020B0604030504040204" pitchFamily="34" charset="0"/>
                        </a:rPr>
                        <a:t>5% Chiffre d'Affaires</a:t>
                      </a:r>
                      <a:endParaRPr lang="fr-FR" sz="1000" dirty="0">
                        <a:effectLst/>
                        <a:latin typeface="Verdana" panose="020B0604030504040204" pitchFamily="34" charset="0"/>
                        <a:ea typeface="Verdana" panose="020B0604030504040204" pitchFamily="34" charset="0"/>
                        <a:cs typeface="Times New Roman" panose="02020603050405020304" pitchFamily="18" charset="0"/>
                      </a:endParaRPr>
                    </a:p>
                  </a:txBody>
                  <a:tcPr marL="72000" marR="72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04522781"/>
                  </a:ext>
                </a:extLst>
              </a:tr>
              <a:tr h="2038534">
                <a:tc gridSpan="2">
                  <a:txBody>
                    <a:bodyPr/>
                    <a:lstStyle/>
                    <a:p>
                      <a:pPr algn="ctr">
                        <a:spcAft>
                          <a:spcPts val="0"/>
                        </a:spcAft>
                      </a:pPr>
                      <a:r>
                        <a:rPr lang="fr-FR" sz="1000" dirty="0">
                          <a:solidFill>
                            <a:schemeClr val="tx1"/>
                          </a:solidFill>
                          <a:effectLst/>
                          <a:latin typeface="Verdana" panose="020B0604030504040204" pitchFamily="34" charset="0"/>
                          <a:ea typeface="Verdana" panose="020B0604030504040204" pitchFamily="34" charset="0"/>
                        </a:rPr>
                        <a:t>IMPACT ENVIRONNEMENTAL</a:t>
                      </a:r>
                      <a:endParaRPr lang="fr-FR"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72000" marR="72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hMerge="1">
                  <a:txBody>
                    <a:bodyPr/>
                    <a:lstStyle/>
                    <a:p>
                      <a:endParaRPr lang="fr-FR"/>
                    </a:p>
                  </a:txBody>
                  <a:tcPr/>
                </a:tc>
                <a:tc>
                  <a:txBody>
                    <a:bodyPr/>
                    <a:lstStyle/>
                    <a:p>
                      <a:pPr algn="l">
                        <a:spcAft>
                          <a:spcPts val="0"/>
                        </a:spcAft>
                      </a:pPr>
                      <a:r>
                        <a:rPr lang="fr-FR" sz="1000" dirty="0">
                          <a:effectLst/>
                          <a:latin typeface="Verdana" panose="020B0604030504040204" pitchFamily="34" charset="0"/>
                          <a:ea typeface="Verdana" panose="020B0604030504040204" pitchFamily="34" charset="0"/>
                        </a:rPr>
                        <a:t>Evénement ayant un ou plusieurs</a:t>
                      </a:r>
                    </a:p>
                    <a:p>
                      <a:pPr algn="l">
                        <a:spcAft>
                          <a:spcPts val="0"/>
                        </a:spcAft>
                      </a:pPr>
                      <a:r>
                        <a:rPr lang="fr-FR" sz="1000" dirty="0">
                          <a:effectLst/>
                          <a:latin typeface="Verdana" panose="020B0604030504040204" pitchFamily="34" charset="0"/>
                          <a:ea typeface="Verdana" panose="020B0604030504040204" pitchFamily="34" charset="0"/>
                        </a:rPr>
                        <a:t>impacts mineurs et réversibles à</a:t>
                      </a:r>
                    </a:p>
                    <a:p>
                      <a:pPr algn="l">
                        <a:spcAft>
                          <a:spcPts val="0"/>
                        </a:spcAft>
                      </a:pPr>
                      <a:r>
                        <a:rPr lang="fr-FR" sz="1000" dirty="0">
                          <a:effectLst/>
                          <a:latin typeface="Verdana" panose="020B0604030504040204" pitchFamily="34" charset="0"/>
                          <a:ea typeface="Verdana" panose="020B0604030504040204" pitchFamily="34" charset="0"/>
                        </a:rPr>
                        <a:t>l’environnement </a:t>
                      </a:r>
                      <a:endParaRPr lang="fr-FR" sz="1000" dirty="0">
                        <a:effectLst/>
                        <a:latin typeface="Verdana" panose="020B0604030504040204" pitchFamily="34" charset="0"/>
                        <a:ea typeface="Verdana" panose="020B0604030504040204" pitchFamily="34" charset="0"/>
                        <a:cs typeface="Times New Roman" panose="02020603050405020304" pitchFamily="18" charset="0"/>
                      </a:endParaRPr>
                    </a:p>
                  </a:txBody>
                  <a:tcPr marL="72000" marR="72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spcAft>
                          <a:spcPts val="0"/>
                        </a:spcAft>
                      </a:pPr>
                      <a:r>
                        <a:rPr lang="fr-FR" sz="1000" dirty="0">
                          <a:effectLst/>
                          <a:latin typeface="Verdana" panose="020B0604030504040204" pitchFamily="34" charset="0"/>
                          <a:ea typeface="Verdana" panose="020B0604030504040204" pitchFamily="34" charset="0"/>
                        </a:rPr>
                        <a:t>Atteinte réversible à l’environnement,</a:t>
                      </a:r>
                    </a:p>
                    <a:p>
                      <a:pPr algn="l">
                        <a:spcAft>
                          <a:spcPts val="0"/>
                        </a:spcAft>
                      </a:pPr>
                      <a:r>
                        <a:rPr lang="fr-FR" sz="1000" dirty="0">
                          <a:effectLst/>
                          <a:latin typeface="Verdana" panose="020B0604030504040204" pitchFamily="34" charset="0"/>
                          <a:ea typeface="Verdana" panose="020B0604030504040204" pitchFamily="34" charset="0"/>
                        </a:rPr>
                        <a:t>impactant l’écosystème du site.</a:t>
                      </a:r>
                    </a:p>
                    <a:p>
                      <a:pPr algn="l">
                        <a:spcAft>
                          <a:spcPts val="0"/>
                        </a:spcAft>
                      </a:pPr>
                      <a:r>
                        <a:rPr lang="fr-FR" sz="1000" dirty="0">
                          <a:effectLst/>
                          <a:latin typeface="Verdana" panose="020B0604030504040204" pitchFamily="34" charset="0"/>
                          <a:ea typeface="Verdana" panose="020B0604030504040204" pitchFamily="34" charset="0"/>
                        </a:rPr>
                        <a:t> </a:t>
                      </a:r>
                      <a:endParaRPr lang="fr-FR" sz="1000" dirty="0">
                        <a:effectLst/>
                        <a:latin typeface="Verdana" panose="020B0604030504040204" pitchFamily="34" charset="0"/>
                        <a:ea typeface="Verdana" panose="020B0604030504040204" pitchFamily="34" charset="0"/>
                        <a:cs typeface="Times New Roman" panose="02020603050405020304" pitchFamily="18" charset="0"/>
                      </a:endParaRPr>
                    </a:p>
                  </a:txBody>
                  <a:tcPr marL="72000" marR="72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spcAft>
                          <a:spcPts val="0"/>
                        </a:spcAft>
                      </a:pPr>
                      <a:r>
                        <a:rPr lang="fr-FR" sz="1000" dirty="0">
                          <a:effectLst/>
                          <a:latin typeface="Verdana" panose="020B0604030504040204" pitchFamily="34" charset="0"/>
                          <a:ea typeface="Verdana" panose="020B0604030504040204" pitchFamily="34" charset="0"/>
                        </a:rPr>
                        <a:t>Atteinte réversible à l’environnement,</a:t>
                      </a:r>
                    </a:p>
                    <a:p>
                      <a:pPr algn="l">
                        <a:spcAft>
                          <a:spcPts val="0"/>
                        </a:spcAft>
                      </a:pPr>
                      <a:r>
                        <a:rPr lang="fr-FR" sz="1000" dirty="0">
                          <a:effectLst/>
                          <a:latin typeface="Verdana" panose="020B0604030504040204" pitchFamily="34" charset="0"/>
                          <a:ea typeface="Verdana" panose="020B0604030504040204" pitchFamily="34" charset="0"/>
                        </a:rPr>
                        <a:t>impactant considérablement l’écosystème</a:t>
                      </a:r>
                    </a:p>
                    <a:p>
                      <a:pPr algn="l">
                        <a:spcAft>
                          <a:spcPts val="0"/>
                        </a:spcAft>
                      </a:pPr>
                      <a:r>
                        <a:rPr lang="fr-FR" sz="1000" dirty="0">
                          <a:effectLst/>
                          <a:latin typeface="Verdana" panose="020B0604030504040204" pitchFamily="34" charset="0"/>
                          <a:ea typeface="Verdana" panose="020B0604030504040204" pitchFamily="34" charset="0"/>
                        </a:rPr>
                        <a:t>du site (Pollution sol, eau, air / Menaces</a:t>
                      </a:r>
                    </a:p>
                    <a:p>
                      <a:pPr algn="l">
                        <a:spcAft>
                          <a:spcPts val="0"/>
                        </a:spcAft>
                      </a:pPr>
                      <a:r>
                        <a:rPr lang="fr-FR" sz="1000" dirty="0">
                          <a:effectLst/>
                          <a:latin typeface="Verdana" panose="020B0604030504040204" pitchFamily="34" charset="0"/>
                          <a:ea typeface="Verdana" panose="020B0604030504040204" pitchFamily="34" charset="0"/>
                        </a:rPr>
                        <a:t>faune, flore…). </a:t>
                      </a:r>
                      <a:endParaRPr lang="fr-FR" sz="1000" dirty="0">
                        <a:effectLst/>
                        <a:latin typeface="Verdana" panose="020B0604030504040204" pitchFamily="34" charset="0"/>
                        <a:ea typeface="Verdana" panose="020B0604030504040204" pitchFamily="34" charset="0"/>
                        <a:cs typeface="Times New Roman" panose="02020603050405020304" pitchFamily="18" charset="0"/>
                      </a:endParaRPr>
                    </a:p>
                  </a:txBody>
                  <a:tcPr marL="72000" marR="72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spcAft>
                          <a:spcPts val="0"/>
                        </a:spcAft>
                      </a:pPr>
                      <a:r>
                        <a:rPr lang="fr-FR" sz="1000" dirty="0">
                          <a:effectLst/>
                          <a:latin typeface="Verdana" panose="020B0604030504040204" pitchFamily="34" charset="0"/>
                          <a:ea typeface="Verdana" panose="020B0604030504040204" pitchFamily="34" charset="0"/>
                        </a:rPr>
                        <a:t>Atteinte irréversible à l’environnement ou</a:t>
                      </a:r>
                    </a:p>
                    <a:p>
                      <a:pPr algn="l">
                        <a:spcAft>
                          <a:spcPts val="0"/>
                        </a:spcAft>
                      </a:pPr>
                      <a:r>
                        <a:rPr lang="fr-FR" sz="1000" dirty="0">
                          <a:effectLst/>
                          <a:latin typeface="Verdana" panose="020B0604030504040204" pitchFamily="34" charset="0"/>
                          <a:ea typeface="Verdana" panose="020B0604030504040204" pitchFamily="34" charset="0"/>
                        </a:rPr>
                        <a:t>ayant généré des réclamations écrites ou</a:t>
                      </a:r>
                    </a:p>
                    <a:p>
                      <a:pPr algn="l">
                        <a:spcAft>
                          <a:spcPts val="0"/>
                        </a:spcAft>
                      </a:pPr>
                      <a:r>
                        <a:rPr lang="fr-FR" sz="1000" dirty="0">
                          <a:effectLst/>
                          <a:latin typeface="Verdana" panose="020B0604030504040204" pitchFamily="34" charset="0"/>
                          <a:ea typeface="Verdana" panose="020B0604030504040204" pitchFamily="34" charset="0"/>
                        </a:rPr>
                        <a:t>orales des parties intéressées</a:t>
                      </a:r>
                    </a:p>
                    <a:p>
                      <a:pPr algn="l">
                        <a:spcAft>
                          <a:spcPts val="0"/>
                        </a:spcAft>
                      </a:pPr>
                      <a:r>
                        <a:rPr lang="fr-FR" sz="1000" dirty="0">
                          <a:effectLst/>
                          <a:latin typeface="Verdana" panose="020B0604030504040204" pitchFamily="34" charset="0"/>
                          <a:ea typeface="Verdana" panose="020B0604030504040204" pitchFamily="34" charset="0"/>
                        </a:rPr>
                        <a:t>(riverains, médias,  autorités, associations,</a:t>
                      </a:r>
                    </a:p>
                    <a:p>
                      <a:pPr algn="l">
                        <a:spcAft>
                          <a:spcPts val="0"/>
                        </a:spcAft>
                      </a:pPr>
                      <a:r>
                        <a:rPr lang="fr-FR" sz="1000" dirty="0">
                          <a:effectLst/>
                          <a:latin typeface="Verdana" panose="020B0604030504040204" pitchFamily="34" charset="0"/>
                          <a:ea typeface="Verdana" panose="020B0604030504040204" pitchFamily="34" charset="0"/>
                        </a:rPr>
                        <a:t>personnel OCP, et sous-traitants…)</a:t>
                      </a:r>
                    </a:p>
                  </a:txBody>
                  <a:tcPr marL="72000" marR="72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85603498"/>
                  </a:ext>
                </a:extLst>
              </a:tr>
            </a:tbl>
          </a:graphicData>
        </a:graphic>
      </p:graphicFrame>
      <p:sp>
        <p:nvSpPr>
          <p:cNvPr id="9" name="Rectangle 3"/>
          <p:cNvSpPr>
            <a:spLocks noChangeArrowheads="1"/>
          </p:cNvSpPr>
          <p:nvPr/>
        </p:nvSpPr>
        <p:spPr bwMode="auto">
          <a:xfrm>
            <a:off x="226142" y="443691"/>
            <a:ext cx="6613596"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6000" tIns="34290" rIns="36000" bIns="34290" numCol="1" anchor="ctr" anchorCtr="0" compatLnSpc="1">
            <a:prstTxWarp prst="textNoShape">
              <a:avLst/>
            </a:prstTxWarp>
            <a:spAutoFit/>
          </a:bodyPr>
          <a:lstStyle/>
          <a:p>
            <a:pPr algn="l" eaLnBrk="0" fontAlgn="base" hangingPunct="0">
              <a:spcBef>
                <a:spcPct val="0"/>
              </a:spcBef>
              <a:spcAft>
                <a:spcPct val="0"/>
              </a:spcAft>
            </a:pPr>
            <a:r>
              <a:rPr lang="fr-FR" altLang="fr-FR" sz="1200" dirty="0">
                <a:solidFill>
                  <a:srgbClr val="000000"/>
                </a:solidFill>
                <a:latin typeface="Verdana" panose="020B0604030504040204" pitchFamily="34" charset="0"/>
                <a:ea typeface="Verdana" panose="020B0604030504040204" pitchFamily="34" charset="0"/>
                <a:cs typeface="Arial" panose="020B0604020202020204" pitchFamily="34" charset="0"/>
              </a:rPr>
              <a:t>Alignement avec la cotation des risques utilisée par le Risk Management Groupe  :</a:t>
            </a:r>
            <a:endParaRPr lang="fr-FR" altLang="fr-FR" sz="1200" dirty="0">
              <a:solidFill>
                <a:srgbClr val="000000"/>
              </a:solidFill>
              <a:latin typeface="Verdana" panose="020B0604030504040204" pitchFamily="34" charset="0"/>
              <a:ea typeface="Verdana" panose="020B0604030504040204" pitchFamily="34" charset="0"/>
            </a:endParaRPr>
          </a:p>
        </p:txBody>
      </p:sp>
      <p:sp>
        <p:nvSpPr>
          <p:cNvPr id="11" name="Titre 1"/>
          <p:cNvSpPr>
            <a:spLocks noGrp="1"/>
          </p:cNvSpPr>
          <p:nvPr>
            <p:ph type="title"/>
          </p:nvPr>
        </p:nvSpPr>
        <p:spPr>
          <a:xfrm>
            <a:off x="72000" y="78517"/>
            <a:ext cx="9000000" cy="763081"/>
          </a:xfrm>
        </p:spPr>
        <p:txBody>
          <a:bodyPr/>
          <a:lstStyle/>
          <a:p>
            <a:pPr algn="just" defTabSz="592515">
              <a:lnSpc>
                <a:spcPct val="100000"/>
              </a:lnSpc>
              <a:spcBef>
                <a:spcPts val="400"/>
              </a:spcBef>
              <a:spcAft>
                <a:spcPts val="400"/>
              </a:spcAft>
              <a:buSzPct val="100000"/>
              <a:defRPr/>
            </a:pPr>
            <a:r>
              <a:rPr lang="fr-FR" dirty="0">
                <a:cs typeface="Verdana" panose="020B0604030504040204" pitchFamily="34" charset="0"/>
              </a:rPr>
              <a:t>COTATION DES RISQUES UTILISÉE (1/2)</a:t>
            </a:r>
          </a:p>
        </p:txBody>
      </p:sp>
    </p:spTree>
    <p:extLst>
      <p:ext uri="{BB962C8B-B14F-4D97-AF65-F5344CB8AC3E}">
        <p14:creationId xmlns:p14="http://schemas.microsoft.com/office/powerpoint/2010/main" val="38195508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t 1" hidden="1"/>
          <p:cNvGraphicFramePr>
            <a:graphicFrameLocks noChangeAspect="1"/>
          </p:cNvGraphicFramePr>
          <p:nvPr>
            <p:custDataLst>
              <p:tags r:id="rId1"/>
            </p:custDataLst>
          </p:nvPr>
        </p:nvGraphicFramePr>
        <p:xfrm>
          <a:off x="1144193" y="858443"/>
          <a:ext cx="1191" cy="1191"/>
        </p:xfrm>
        <a:graphic>
          <a:graphicData uri="http://schemas.openxmlformats.org/presentationml/2006/ole">
            <mc:AlternateContent xmlns:mc="http://schemas.openxmlformats.org/markup-compatibility/2006">
              <mc:Choice xmlns:v="urn:schemas-microsoft-com:vml" Requires="v">
                <p:oleObj name="Diapositive think-cell" r:id="rId3" imgW="592" imgH="595" progId="TCLayout.ActiveDocument.1">
                  <p:embed/>
                </p:oleObj>
              </mc:Choice>
              <mc:Fallback>
                <p:oleObj name="Diapositive think-cell" r:id="rId3" imgW="592" imgH="595" progId="TCLayout.ActiveDocument.1">
                  <p:embed/>
                  <p:pic>
                    <p:nvPicPr>
                      <p:cNvPr id="2" name="Objet 1" hidden="1"/>
                      <p:cNvPicPr/>
                      <p:nvPr/>
                    </p:nvPicPr>
                    <p:blipFill>
                      <a:blip r:embed="rId4"/>
                      <a:stretch>
                        <a:fillRect/>
                      </a:stretch>
                    </p:blipFill>
                    <p:spPr>
                      <a:xfrm>
                        <a:off x="1144193" y="858443"/>
                        <a:ext cx="1191" cy="1191"/>
                      </a:xfrm>
                      <a:prstGeom prst="rect">
                        <a:avLst/>
                      </a:prstGeom>
                    </p:spPr>
                  </p:pic>
                </p:oleObj>
              </mc:Fallback>
            </mc:AlternateContent>
          </a:graphicData>
        </a:graphic>
      </p:graphicFrame>
      <p:sp>
        <p:nvSpPr>
          <p:cNvPr id="6" name="Espace réservé du texte 7"/>
          <p:cNvSpPr txBox="1">
            <a:spLocks/>
          </p:cNvSpPr>
          <p:nvPr/>
        </p:nvSpPr>
        <p:spPr>
          <a:xfrm>
            <a:off x="1298875" y="1332891"/>
            <a:ext cx="6533994" cy="4340510"/>
          </a:xfrm>
          <a:prstGeom prst="rect">
            <a:avLst/>
          </a:prstGeom>
        </p:spPr>
        <p:txBody>
          <a:bodyPr anchor="t"/>
          <a:lstStyle>
            <a:lvl1pPr marL="0" indent="0" algn="l" defTabSz="592515" rtl="0" eaLnBrk="1" fontAlgn="base" hangingPunct="1">
              <a:spcBef>
                <a:spcPct val="0"/>
              </a:spcBef>
              <a:spcAft>
                <a:spcPct val="0"/>
              </a:spcAft>
              <a:buClr>
                <a:schemeClr val="tx2"/>
              </a:buClr>
              <a:buSzPct val="100000"/>
              <a:defRPr sz="1059" baseline="0">
                <a:solidFill>
                  <a:schemeClr val="tx1"/>
                </a:solidFill>
                <a:latin typeface="+mn-lt"/>
                <a:ea typeface="+mn-ea"/>
                <a:cs typeface="+mn-cs"/>
              </a:defRPr>
            </a:lvl1pPr>
            <a:lvl2pPr marL="128167" indent="-127118" algn="l" defTabSz="592515" rtl="0" eaLnBrk="1" fontAlgn="base" hangingPunct="1">
              <a:spcBef>
                <a:spcPct val="0"/>
              </a:spcBef>
              <a:spcAft>
                <a:spcPct val="0"/>
              </a:spcAft>
              <a:buClr>
                <a:schemeClr val="tx2"/>
              </a:buClr>
              <a:buSzPct val="125000"/>
              <a:buFont typeface="Arial" charset="0"/>
              <a:buChar char="▪"/>
              <a:defRPr sz="1059" baseline="0">
                <a:solidFill>
                  <a:schemeClr val="tx1"/>
                </a:solidFill>
                <a:latin typeface="+mn-lt"/>
              </a:defRPr>
            </a:lvl2pPr>
            <a:lvl3pPr marL="302559" indent="-173342" algn="l" defTabSz="592515" rtl="0" eaLnBrk="1" fontAlgn="base" hangingPunct="1">
              <a:spcBef>
                <a:spcPct val="0"/>
              </a:spcBef>
              <a:spcAft>
                <a:spcPct val="0"/>
              </a:spcAft>
              <a:buClr>
                <a:schemeClr val="tx2"/>
              </a:buClr>
              <a:buSzPct val="120000"/>
              <a:buFont typeface="Arial" charset="0"/>
              <a:buChar char="–"/>
              <a:defRPr sz="1059" baseline="0">
                <a:solidFill>
                  <a:schemeClr val="tx1"/>
                </a:solidFill>
                <a:latin typeface="+mn-lt"/>
              </a:defRPr>
            </a:lvl3pPr>
            <a:lvl4pPr marL="406565" indent="-102956" algn="l" defTabSz="592515" rtl="0" eaLnBrk="1" fontAlgn="base" hangingPunct="1">
              <a:spcBef>
                <a:spcPct val="0"/>
              </a:spcBef>
              <a:spcAft>
                <a:spcPct val="0"/>
              </a:spcAft>
              <a:buClr>
                <a:schemeClr val="tx2"/>
              </a:buClr>
              <a:buSzPct val="120000"/>
              <a:buFont typeface="Arial" charset="0"/>
              <a:buChar char="▫"/>
              <a:defRPr sz="1059" baseline="0">
                <a:solidFill>
                  <a:schemeClr val="tx1"/>
                </a:solidFill>
                <a:latin typeface="+mn-lt"/>
              </a:defRPr>
            </a:lvl4pPr>
            <a:lvl5pPr marL="496198" indent="-86146" algn="l" defTabSz="592515" rtl="0" eaLnBrk="1" fontAlgn="base" hangingPunct="1">
              <a:spcBef>
                <a:spcPct val="0"/>
              </a:spcBef>
              <a:spcAft>
                <a:spcPct val="0"/>
              </a:spcAft>
              <a:buClr>
                <a:schemeClr val="tx2"/>
              </a:buClr>
              <a:buSzPct val="89000"/>
              <a:buFont typeface="Arial" charset="0"/>
              <a:buChar char="-"/>
              <a:defRPr sz="1059" baseline="0">
                <a:solidFill>
                  <a:schemeClr val="tx1"/>
                </a:solidFill>
                <a:latin typeface="+mn-lt"/>
              </a:defRPr>
            </a:lvl5pPr>
            <a:lvl6pPr marL="496198" indent="-86146" algn="l" defTabSz="592515" rtl="0" eaLnBrk="1" fontAlgn="base" hangingPunct="1">
              <a:spcBef>
                <a:spcPct val="0"/>
              </a:spcBef>
              <a:spcAft>
                <a:spcPct val="0"/>
              </a:spcAft>
              <a:buClr>
                <a:schemeClr val="tx2"/>
              </a:buClr>
              <a:buSzPct val="89000"/>
              <a:buFont typeface="Arial" charset="0"/>
              <a:buChar char="-"/>
              <a:defRPr sz="1059" baseline="0">
                <a:solidFill>
                  <a:schemeClr val="tx1"/>
                </a:solidFill>
                <a:latin typeface="+mn-lt"/>
              </a:defRPr>
            </a:lvl6pPr>
            <a:lvl7pPr marL="496198" indent="-86146" algn="l" defTabSz="592515" rtl="0" eaLnBrk="1" fontAlgn="base" hangingPunct="1">
              <a:spcBef>
                <a:spcPct val="0"/>
              </a:spcBef>
              <a:spcAft>
                <a:spcPct val="0"/>
              </a:spcAft>
              <a:buClr>
                <a:schemeClr val="tx2"/>
              </a:buClr>
              <a:buSzPct val="89000"/>
              <a:buFont typeface="Arial" charset="0"/>
              <a:buChar char="-"/>
              <a:defRPr sz="1059" baseline="0">
                <a:solidFill>
                  <a:schemeClr val="tx1"/>
                </a:solidFill>
                <a:latin typeface="+mn-lt"/>
              </a:defRPr>
            </a:lvl7pPr>
            <a:lvl8pPr marL="496198" indent="-86146" algn="l" defTabSz="592515" rtl="0" eaLnBrk="1" fontAlgn="base" hangingPunct="1">
              <a:spcBef>
                <a:spcPct val="0"/>
              </a:spcBef>
              <a:spcAft>
                <a:spcPct val="0"/>
              </a:spcAft>
              <a:buClr>
                <a:schemeClr val="tx2"/>
              </a:buClr>
              <a:buSzPct val="89000"/>
              <a:buFont typeface="Arial" charset="0"/>
              <a:buChar char="-"/>
              <a:defRPr sz="1059" baseline="0">
                <a:solidFill>
                  <a:schemeClr val="tx1"/>
                </a:solidFill>
                <a:latin typeface="+mn-lt"/>
              </a:defRPr>
            </a:lvl8pPr>
            <a:lvl9pPr marL="496198" indent="-86146" algn="l" defTabSz="592515" rtl="0" eaLnBrk="1" fontAlgn="base" hangingPunct="1">
              <a:spcBef>
                <a:spcPct val="0"/>
              </a:spcBef>
              <a:spcAft>
                <a:spcPct val="0"/>
              </a:spcAft>
              <a:buClr>
                <a:schemeClr val="tx2"/>
              </a:buClr>
              <a:buSzPct val="89000"/>
              <a:buFont typeface="Arial" charset="0"/>
              <a:buChar char="-"/>
              <a:defRPr sz="1059" baseline="0">
                <a:solidFill>
                  <a:schemeClr val="tx1"/>
                </a:solidFill>
                <a:latin typeface="+mn-lt"/>
              </a:defRPr>
            </a:lvl9pPr>
          </a:lstStyle>
          <a:p>
            <a:pPr algn="just">
              <a:spcBef>
                <a:spcPts val="300"/>
              </a:spcBef>
              <a:spcAft>
                <a:spcPts val="300"/>
              </a:spcAft>
              <a:buClr>
                <a:srgbClr val="288E15"/>
              </a:buClr>
              <a:defRPr/>
            </a:pPr>
            <a:endParaRPr lang="fr-FR" sz="900" kern="0" dirty="0">
              <a:solidFill>
                <a:srgbClr val="000000"/>
              </a:solidFill>
              <a:latin typeface="Verdana" panose="020B0604030504040204" pitchFamily="34" charset="0"/>
              <a:ea typeface="Verdana" panose="020B0604030504040204" pitchFamily="34" charset="0"/>
            </a:endParaRPr>
          </a:p>
        </p:txBody>
      </p:sp>
      <p:sp>
        <p:nvSpPr>
          <p:cNvPr id="7" name="Espace réservé du texte 7"/>
          <p:cNvSpPr txBox="1">
            <a:spLocks/>
          </p:cNvSpPr>
          <p:nvPr/>
        </p:nvSpPr>
        <p:spPr>
          <a:xfrm>
            <a:off x="1413175" y="1447191"/>
            <a:ext cx="6533994" cy="4340510"/>
          </a:xfrm>
          <a:prstGeom prst="rect">
            <a:avLst/>
          </a:prstGeom>
        </p:spPr>
        <p:txBody>
          <a:bodyPr anchor="t"/>
          <a:lstStyle>
            <a:lvl1pPr marL="0" indent="0" algn="l" defTabSz="592515" rtl="0" eaLnBrk="1" fontAlgn="base" hangingPunct="1">
              <a:spcBef>
                <a:spcPct val="0"/>
              </a:spcBef>
              <a:spcAft>
                <a:spcPct val="0"/>
              </a:spcAft>
              <a:buClr>
                <a:schemeClr val="tx2"/>
              </a:buClr>
              <a:buSzPct val="100000"/>
              <a:defRPr sz="1059" baseline="0">
                <a:solidFill>
                  <a:schemeClr val="tx1"/>
                </a:solidFill>
                <a:latin typeface="+mn-lt"/>
                <a:ea typeface="+mn-ea"/>
                <a:cs typeface="+mn-cs"/>
              </a:defRPr>
            </a:lvl1pPr>
            <a:lvl2pPr marL="128167" indent="-127118" algn="l" defTabSz="592515" rtl="0" eaLnBrk="1" fontAlgn="base" hangingPunct="1">
              <a:spcBef>
                <a:spcPct val="0"/>
              </a:spcBef>
              <a:spcAft>
                <a:spcPct val="0"/>
              </a:spcAft>
              <a:buClr>
                <a:schemeClr val="tx2"/>
              </a:buClr>
              <a:buSzPct val="125000"/>
              <a:buFont typeface="Arial" charset="0"/>
              <a:buChar char="▪"/>
              <a:defRPr sz="1059" baseline="0">
                <a:solidFill>
                  <a:schemeClr val="tx1"/>
                </a:solidFill>
                <a:latin typeface="+mn-lt"/>
              </a:defRPr>
            </a:lvl2pPr>
            <a:lvl3pPr marL="302559" indent="-173342" algn="l" defTabSz="592515" rtl="0" eaLnBrk="1" fontAlgn="base" hangingPunct="1">
              <a:spcBef>
                <a:spcPct val="0"/>
              </a:spcBef>
              <a:spcAft>
                <a:spcPct val="0"/>
              </a:spcAft>
              <a:buClr>
                <a:schemeClr val="tx2"/>
              </a:buClr>
              <a:buSzPct val="120000"/>
              <a:buFont typeface="Arial" charset="0"/>
              <a:buChar char="–"/>
              <a:defRPr sz="1059" baseline="0">
                <a:solidFill>
                  <a:schemeClr val="tx1"/>
                </a:solidFill>
                <a:latin typeface="+mn-lt"/>
              </a:defRPr>
            </a:lvl3pPr>
            <a:lvl4pPr marL="406565" indent="-102956" algn="l" defTabSz="592515" rtl="0" eaLnBrk="1" fontAlgn="base" hangingPunct="1">
              <a:spcBef>
                <a:spcPct val="0"/>
              </a:spcBef>
              <a:spcAft>
                <a:spcPct val="0"/>
              </a:spcAft>
              <a:buClr>
                <a:schemeClr val="tx2"/>
              </a:buClr>
              <a:buSzPct val="120000"/>
              <a:buFont typeface="Arial" charset="0"/>
              <a:buChar char="▫"/>
              <a:defRPr sz="1059" baseline="0">
                <a:solidFill>
                  <a:schemeClr val="tx1"/>
                </a:solidFill>
                <a:latin typeface="+mn-lt"/>
              </a:defRPr>
            </a:lvl4pPr>
            <a:lvl5pPr marL="496198" indent="-86146" algn="l" defTabSz="592515" rtl="0" eaLnBrk="1" fontAlgn="base" hangingPunct="1">
              <a:spcBef>
                <a:spcPct val="0"/>
              </a:spcBef>
              <a:spcAft>
                <a:spcPct val="0"/>
              </a:spcAft>
              <a:buClr>
                <a:schemeClr val="tx2"/>
              </a:buClr>
              <a:buSzPct val="89000"/>
              <a:buFont typeface="Arial" charset="0"/>
              <a:buChar char="-"/>
              <a:defRPr sz="1059" baseline="0">
                <a:solidFill>
                  <a:schemeClr val="tx1"/>
                </a:solidFill>
                <a:latin typeface="+mn-lt"/>
              </a:defRPr>
            </a:lvl5pPr>
            <a:lvl6pPr marL="496198" indent="-86146" algn="l" defTabSz="592515" rtl="0" eaLnBrk="1" fontAlgn="base" hangingPunct="1">
              <a:spcBef>
                <a:spcPct val="0"/>
              </a:spcBef>
              <a:spcAft>
                <a:spcPct val="0"/>
              </a:spcAft>
              <a:buClr>
                <a:schemeClr val="tx2"/>
              </a:buClr>
              <a:buSzPct val="89000"/>
              <a:buFont typeface="Arial" charset="0"/>
              <a:buChar char="-"/>
              <a:defRPr sz="1059" baseline="0">
                <a:solidFill>
                  <a:schemeClr val="tx1"/>
                </a:solidFill>
                <a:latin typeface="+mn-lt"/>
              </a:defRPr>
            </a:lvl6pPr>
            <a:lvl7pPr marL="496198" indent="-86146" algn="l" defTabSz="592515" rtl="0" eaLnBrk="1" fontAlgn="base" hangingPunct="1">
              <a:spcBef>
                <a:spcPct val="0"/>
              </a:spcBef>
              <a:spcAft>
                <a:spcPct val="0"/>
              </a:spcAft>
              <a:buClr>
                <a:schemeClr val="tx2"/>
              </a:buClr>
              <a:buSzPct val="89000"/>
              <a:buFont typeface="Arial" charset="0"/>
              <a:buChar char="-"/>
              <a:defRPr sz="1059" baseline="0">
                <a:solidFill>
                  <a:schemeClr val="tx1"/>
                </a:solidFill>
                <a:latin typeface="+mn-lt"/>
              </a:defRPr>
            </a:lvl7pPr>
            <a:lvl8pPr marL="496198" indent="-86146" algn="l" defTabSz="592515" rtl="0" eaLnBrk="1" fontAlgn="base" hangingPunct="1">
              <a:spcBef>
                <a:spcPct val="0"/>
              </a:spcBef>
              <a:spcAft>
                <a:spcPct val="0"/>
              </a:spcAft>
              <a:buClr>
                <a:schemeClr val="tx2"/>
              </a:buClr>
              <a:buSzPct val="89000"/>
              <a:buFont typeface="Arial" charset="0"/>
              <a:buChar char="-"/>
              <a:defRPr sz="1059" baseline="0">
                <a:solidFill>
                  <a:schemeClr val="tx1"/>
                </a:solidFill>
                <a:latin typeface="+mn-lt"/>
              </a:defRPr>
            </a:lvl8pPr>
            <a:lvl9pPr marL="496198" indent="-86146" algn="l" defTabSz="592515" rtl="0" eaLnBrk="1" fontAlgn="base" hangingPunct="1">
              <a:spcBef>
                <a:spcPct val="0"/>
              </a:spcBef>
              <a:spcAft>
                <a:spcPct val="0"/>
              </a:spcAft>
              <a:buClr>
                <a:schemeClr val="tx2"/>
              </a:buClr>
              <a:buSzPct val="89000"/>
              <a:buFont typeface="Arial" charset="0"/>
              <a:buChar char="-"/>
              <a:defRPr sz="1059" baseline="0">
                <a:solidFill>
                  <a:schemeClr val="tx1"/>
                </a:solidFill>
                <a:latin typeface="+mn-lt"/>
              </a:defRPr>
            </a:lvl9pPr>
          </a:lstStyle>
          <a:p>
            <a:pPr algn="just">
              <a:spcBef>
                <a:spcPts val="300"/>
              </a:spcBef>
              <a:spcAft>
                <a:spcPts val="300"/>
              </a:spcAft>
              <a:buClr>
                <a:srgbClr val="288E15"/>
              </a:buClr>
              <a:defRPr/>
            </a:pPr>
            <a:endParaRPr lang="fr-FR" sz="900" kern="0" dirty="0">
              <a:solidFill>
                <a:srgbClr val="000000"/>
              </a:solidFill>
              <a:latin typeface="Verdana" panose="020B0604030504040204" pitchFamily="34" charset="0"/>
              <a:ea typeface="Verdana" panose="020B0604030504040204" pitchFamily="34" charset="0"/>
            </a:endParaRPr>
          </a:p>
        </p:txBody>
      </p:sp>
      <p:graphicFrame>
        <p:nvGraphicFramePr>
          <p:cNvPr id="8" name="Tableau 7"/>
          <p:cNvGraphicFramePr>
            <a:graphicFrameLocks noGrp="1"/>
          </p:cNvGraphicFramePr>
          <p:nvPr>
            <p:extLst>
              <p:ext uri="{D42A27DB-BD31-4B8C-83A1-F6EECF244321}">
                <p14:modId xmlns:p14="http://schemas.microsoft.com/office/powerpoint/2010/main" val="3945103048"/>
              </p:ext>
            </p:extLst>
          </p:nvPr>
        </p:nvGraphicFramePr>
        <p:xfrm>
          <a:off x="118581" y="841598"/>
          <a:ext cx="8894581" cy="4571079"/>
        </p:xfrm>
        <a:graphic>
          <a:graphicData uri="http://schemas.openxmlformats.org/drawingml/2006/table">
            <a:tbl>
              <a:tblPr firstRow="1" firstCol="1" bandRow="1">
                <a:tableStyleId>{5C22544A-7EE6-4342-B048-85BDC9FD1C3A}</a:tableStyleId>
              </a:tblPr>
              <a:tblGrid>
                <a:gridCol w="1808190">
                  <a:extLst>
                    <a:ext uri="{9D8B030D-6E8A-4147-A177-3AD203B41FA5}">
                      <a16:colId xmlns:a16="http://schemas.microsoft.com/office/drawing/2014/main" val="4221827508"/>
                    </a:ext>
                  </a:extLst>
                </a:gridCol>
                <a:gridCol w="1659481">
                  <a:extLst>
                    <a:ext uri="{9D8B030D-6E8A-4147-A177-3AD203B41FA5}">
                      <a16:colId xmlns:a16="http://schemas.microsoft.com/office/drawing/2014/main" val="3105344885"/>
                    </a:ext>
                  </a:extLst>
                </a:gridCol>
                <a:gridCol w="1808970">
                  <a:extLst>
                    <a:ext uri="{9D8B030D-6E8A-4147-A177-3AD203B41FA5}">
                      <a16:colId xmlns:a16="http://schemas.microsoft.com/office/drawing/2014/main" val="3868640750"/>
                    </a:ext>
                  </a:extLst>
                </a:gridCol>
                <a:gridCol w="1808970">
                  <a:extLst>
                    <a:ext uri="{9D8B030D-6E8A-4147-A177-3AD203B41FA5}">
                      <a16:colId xmlns:a16="http://schemas.microsoft.com/office/drawing/2014/main" val="3259536550"/>
                    </a:ext>
                  </a:extLst>
                </a:gridCol>
                <a:gridCol w="1808970">
                  <a:extLst>
                    <a:ext uri="{9D8B030D-6E8A-4147-A177-3AD203B41FA5}">
                      <a16:colId xmlns:a16="http://schemas.microsoft.com/office/drawing/2014/main" val="2592075785"/>
                    </a:ext>
                  </a:extLst>
                </a:gridCol>
              </a:tblGrid>
              <a:tr h="245489">
                <a:tc>
                  <a:txBody>
                    <a:bodyPr/>
                    <a:lstStyle/>
                    <a:p>
                      <a:pPr algn="just">
                        <a:spcAft>
                          <a:spcPts val="0"/>
                        </a:spcAft>
                      </a:pPr>
                      <a:r>
                        <a:rPr lang="fr-FR" sz="1000" dirty="0">
                          <a:effectLst/>
                          <a:latin typeface="Verdana" panose="020B0604030504040204" pitchFamily="34" charset="0"/>
                          <a:ea typeface="Verdana" panose="020B0604030504040204" pitchFamily="34" charset="0"/>
                        </a:rPr>
                        <a:t> </a:t>
                      </a:r>
                      <a:endParaRPr lang="fr-FR" sz="1000" dirty="0">
                        <a:effectLst/>
                        <a:latin typeface="Verdana" panose="020B0604030504040204" pitchFamily="34" charset="0"/>
                        <a:ea typeface="Verdana" panose="020B0604030504040204" pitchFamily="34" charset="0"/>
                        <a:cs typeface="Times New Roman" panose="02020603050405020304" pitchFamily="18" charset="0"/>
                      </a:endParaRPr>
                    </a:p>
                  </a:txBody>
                  <a:tcPr marL="72000" marR="72000" marT="36000" marB="36000" anchor="ctr">
                    <a:lnL w="9525"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spcAft>
                          <a:spcPts val="0"/>
                        </a:spcAft>
                      </a:pPr>
                      <a:r>
                        <a:rPr lang="fr-FR" sz="1000" dirty="0">
                          <a:solidFill>
                            <a:schemeClr val="tx1"/>
                          </a:solidFill>
                          <a:effectLst/>
                          <a:latin typeface="Verdana" panose="020B0604030504040204" pitchFamily="34" charset="0"/>
                          <a:ea typeface="Verdana" panose="020B0604030504040204" pitchFamily="34" charset="0"/>
                        </a:rPr>
                        <a:t>FAIBLE</a:t>
                      </a:r>
                      <a:endParaRPr lang="fr-FR"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72000" marR="72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algn="ctr">
                        <a:spcAft>
                          <a:spcPts val="0"/>
                        </a:spcAft>
                      </a:pPr>
                      <a:r>
                        <a:rPr lang="fr-FR" sz="1000" dirty="0">
                          <a:solidFill>
                            <a:schemeClr val="tx1"/>
                          </a:solidFill>
                          <a:effectLst/>
                          <a:latin typeface="Verdana" panose="020B0604030504040204" pitchFamily="34" charset="0"/>
                          <a:ea typeface="Verdana" panose="020B0604030504040204" pitchFamily="34" charset="0"/>
                        </a:rPr>
                        <a:t>MODÉRÉ</a:t>
                      </a:r>
                      <a:endParaRPr lang="fr-FR"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72000" marR="72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algn="ctr">
                        <a:spcAft>
                          <a:spcPts val="0"/>
                        </a:spcAft>
                      </a:pPr>
                      <a:r>
                        <a:rPr lang="fr-FR"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FORT</a:t>
                      </a:r>
                    </a:p>
                  </a:txBody>
                  <a:tcPr marL="72000" marR="72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algn="ctr">
                        <a:spcAft>
                          <a:spcPts val="0"/>
                        </a:spcAft>
                      </a:pPr>
                      <a:r>
                        <a:rPr lang="fr-FR"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MAJEUR</a:t>
                      </a:r>
                    </a:p>
                  </a:txBody>
                  <a:tcPr marL="72000" marR="72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76810224"/>
                  </a:ext>
                </a:extLst>
              </a:tr>
              <a:tr h="2246156">
                <a:tc>
                  <a:txBody>
                    <a:bodyPr/>
                    <a:lstStyle/>
                    <a:p>
                      <a:pPr algn="ctr">
                        <a:spcAft>
                          <a:spcPts val="0"/>
                        </a:spcAft>
                      </a:pPr>
                      <a:r>
                        <a:rPr lang="fr-FR" sz="1000" dirty="0">
                          <a:solidFill>
                            <a:schemeClr val="tx1"/>
                          </a:solidFill>
                          <a:effectLst/>
                          <a:latin typeface="Verdana" panose="020B0604030504040204" pitchFamily="34" charset="0"/>
                          <a:ea typeface="Verdana" panose="020B0604030504040204" pitchFamily="34" charset="0"/>
                        </a:rPr>
                        <a:t>IMPACT IMAGE/RÉPUTATION</a:t>
                      </a:r>
                      <a:endParaRPr lang="fr-FR"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72000" marR="72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algn="l">
                        <a:spcAft>
                          <a:spcPts val="0"/>
                        </a:spcAft>
                      </a:pPr>
                      <a:r>
                        <a:rPr lang="fr-FR" sz="1000" dirty="0">
                          <a:effectLst/>
                          <a:latin typeface="Verdana" panose="020B0604030504040204" pitchFamily="34" charset="0"/>
                          <a:ea typeface="Verdana" panose="020B0604030504040204" pitchFamily="34" charset="0"/>
                        </a:rPr>
                        <a:t>- Couverture par les médias locaux sans impact négatif sur l'image de l'entreprise </a:t>
                      </a:r>
                    </a:p>
                    <a:p>
                      <a:pPr algn="l">
                        <a:spcAft>
                          <a:spcPts val="0"/>
                        </a:spcAft>
                      </a:pPr>
                      <a:r>
                        <a:rPr lang="fr-FR" sz="1000" dirty="0">
                          <a:effectLst/>
                          <a:latin typeface="Verdana" panose="020B0604030504040204" pitchFamily="34" charset="0"/>
                          <a:ea typeface="Verdana" panose="020B0604030504040204" pitchFamily="34" charset="0"/>
                        </a:rPr>
                        <a:t>-Quelques mentions négatives sur les réseaux sociaux sans effet amplificateur sur l'image du Groupe  </a:t>
                      </a:r>
                      <a:endParaRPr lang="fr-FR" sz="1000" dirty="0">
                        <a:effectLst/>
                        <a:latin typeface="Verdana" panose="020B0604030504040204" pitchFamily="34" charset="0"/>
                        <a:ea typeface="Verdana" panose="020B0604030504040204" pitchFamily="34" charset="0"/>
                        <a:cs typeface="Times New Roman" panose="02020603050405020304" pitchFamily="18" charset="0"/>
                      </a:endParaRPr>
                    </a:p>
                  </a:txBody>
                  <a:tcPr marL="72000" marR="72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spcAft>
                          <a:spcPts val="0"/>
                        </a:spcAft>
                      </a:pPr>
                      <a:r>
                        <a:rPr lang="fr-FR" sz="1000" dirty="0">
                          <a:effectLst/>
                          <a:latin typeface="Verdana" panose="020B0604030504040204" pitchFamily="34" charset="0"/>
                          <a:ea typeface="Verdana" panose="020B0604030504040204" pitchFamily="34" charset="0"/>
                        </a:rPr>
                        <a:t> - Couverture médiatique nationale négative à court terme </a:t>
                      </a:r>
                    </a:p>
                    <a:p>
                      <a:pPr algn="l">
                        <a:spcAft>
                          <a:spcPts val="0"/>
                        </a:spcAft>
                      </a:pPr>
                      <a:r>
                        <a:rPr lang="fr-FR" sz="1000" dirty="0">
                          <a:effectLst/>
                          <a:latin typeface="Verdana" panose="020B0604030504040204" pitchFamily="34" charset="0"/>
                          <a:ea typeface="Verdana" panose="020B0604030504040204" pitchFamily="34" charset="0"/>
                        </a:rPr>
                        <a:t>- Quelques mentions négatives sur les réseaux sociaux avec effet modéré sur l'image du Groupe </a:t>
                      </a:r>
                      <a:endParaRPr lang="fr-FR" sz="1000" dirty="0">
                        <a:effectLst/>
                        <a:latin typeface="Verdana" panose="020B0604030504040204" pitchFamily="34" charset="0"/>
                        <a:ea typeface="Verdana" panose="020B0604030504040204" pitchFamily="34" charset="0"/>
                        <a:cs typeface="Times New Roman" panose="02020603050405020304" pitchFamily="18" charset="0"/>
                      </a:endParaRPr>
                    </a:p>
                  </a:txBody>
                  <a:tcPr marL="72000" marR="72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spcAft>
                          <a:spcPts val="0"/>
                        </a:spcAft>
                      </a:pPr>
                      <a:r>
                        <a:rPr lang="fr-FR" sz="1000" dirty="0">
                          <a:effectLst/>
                          <a:latin typeface="Verdana" panose="020B0604030504040204" pitchFamily="34" charset="0"/>
                          <a:ea typeface="Verdana" panose="020B0604030504040204" pitchFamily="34" charset="0"/>
                        </a:rPr>
                        <a:t>- Couverture médiatique nationale négative à long terme</a:t>
                      </a:r>
                    </a:p>
                    <a:p>
                      <a:pPr algn="l">
                        <a:spcAft>
                          <a:spcPts val="0"/>
                        </a:spcAft>
                      </a:pPr>
                      <a:r>
                        <a:rPr lang="fr-FR" sz="1000" dirty="0">
                          <a:effectLst/>
                          <a:latin typeface="Verdana" panose="020B0604030504040204" pitchFamily="34" charset="0"/>
                          <a:ea typeface="Verdana" panose="020B0604030504040204" pitchFamily="34" charset="0"/>
                        </a:rPr>
                        <a:t>- Déclaration publique requise pour répondre à la situation</a:t>
                      </a:r>
                    </a:p>
                    <a:p>
                      <a:pPr algn="l">
                        <a:spcAft>
                          <a:spcPts val="0"/>
                        </a:spcAft>
                      </a:pPr>
                      <a:r>
                        <a:rPr lang="fr-FR" sz="1000" dirty="0">
                          <a:effectLst/>
                          <a:latin typeface="Verdana" panose="020B0604030504040204" pitchFamily="34" charset="0"/>
                          <a:ea typeface="Verdana" panose="020B0604030504040204" pitchFamily="34" charset="0"/>
                        </a:rPr>
                        <a:t>- Vagues de mentions négatives sur les réseaux sociaux avec effet négatif sur l'image du Groupe</a:t>
                      </a:r>
                    </a:p>
                    <a:p>
                      <a:pPr algn="l">
                        <a:spcAft>
                          <a:spcPts val="0"/>
                        </a:spcAft>
                      </a:pPr>
                      <a:r>
                        <a:rPr lang="fr-FR" sz="1000" dirty="0">
                          <a:effectLst/>
                          <a:latin typeface="Verdana" panose="020B0604030504040204" pitchFamily="34" charset="0"/>
                          <a:ea typeface="Verdana" panose="020B0604030504040204" pitchFamily="34" charset="0"/>
                        </a:rPr>
                        <a:t> </a:t>
                      </a:r>
                      <a:endParaRPr lang="fr-FR" sz="1000" dirty="0">
                        <a:effectLst/>
                        <a:latin typeface="Verdana" panose="020B0604030504040204" pitchFamily="34" charset="0"/>
                        <a:ea typeface="Verdana" panose="020B0604030504040204" pitchFamily="34" charset="0"/>
                        <a:cs typeface="Times New Roman" panose="02020603050405020304" pitchFamily="18" charset="0"/>
                      </a:endParaRPr>
                    </a:p>
                  </a:txBody>
                  <a:tcPr marL="72000" marR="72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spcAft>
                          <a:spcPts val="0"/>
                        </a:spcAft>
                      </a:pPr>
                      <a:r>
                        <a:rPr lang="fr-FR" sz="1000" dirty="0">
                          <a:effectLst/>
                          <a:latin typeface="Verdana" panose="020B0604030504040204" pitchFamily="34" charset="0"/>
                          <a:ea typeface="Verdana" panose="020B0604030504040204" pitchFamily="34" charset="0"/>
                        </a:rPr>
                        <a:t> Couverture médiatique internationale</a:t>
                      </a:r>
                    </a:p>
                    <a:p>
                      <a:pPr algn="l">
                        <a:spcAft>
                          <a:spcPts val="0"/>
                        </a:spcAft>
                      </a:pPr>
                      <a:r>
                        <a:rPr lang="fr-FR" sz="1000" dirty="0">
                          <a:effectLst/>
                          <a:latin typeface="Verdana" panose="020B0604030504040204" pitchFamily="34" charset="0"/>
                          <a:ea typeface="Verdana" panose="020B0604030504040204" pitchFamily="34" charset="0"/>
                        </a:rPr>
                        <a:t>négative à long terme, </a:t>
                      </a:r>
                    </a:p>
                    <a:p>
                      <a:pPr algn="l">
                        <a:spcAft>
                          <a:spcPts val="0"/>
                        </a:spcAft>
                      </a:pPr>
                      <a:r>
                        <a:rPr lang="fr-FR" sz="1000" dirty="0">
                          <a:effectLst/>
                          <a:latin typeface="Verdana" panose="020B0604030504040204" pitchFamily="34" charset="0"/>
                          <a:ea typeface="Verdana" panose="020B0604030504040204" pitchFamily="34" charset="0"/>
                        </a:rPr>
                        <a:t>- Intervention au niveau du Top Management</a:t>
                      </a:r>
                    </a:p>
                    <a:p>
                      <a:pPr algn="l">
                        <a:spcAft>
                          <a:spcPts val="0"/>
                        </a:spcAft>
                      </a:pPr>
                      <a:r>
                        <a:rPr lang="fr-FR" sz="1000" dirty="0">
                          <a:effectLst/>
                          <a:latin typeface="Verdana" panose="020B0604030504040204" pitchFamily="34" charset="0"/>
                          <a:ea typeface="Verdana" panose="020B0604030504040204" pitchFamily="34" charset="0"/>
                        </a:rPr>
                        <a:t>requise pour atténuer les dommages</a:t>
                      </a:r>
                    </a:p>
                    <a:p>
                      <a:pPr algn="l">
                        <a:spcAft>
                          <a:spcPts val="0"/>
                        </a:spcAft>
                      </a:pPr>
                      <a:r>
                        <a:rPr lang="fr-FR" sz="1000" dirty="0">
                          <a:effectLst/>
                          <a:latin typeface="Verdana" panose="020B0604030504040204" pitchFamily="34" charset="0"/>
                          <a:ea typeface="Verdana" panose="020B0604030504040204" pitchFamily="34" charset="0"/>
                        </a:rPr>
                        <a:t>- Large scandale et des mentions négatives</a:t>
                      </a:r>
                    </a:p>
                    <a:p>
                      <a:pPr algn="l">
                        <a:spcAft>
                          <a:spcPts val="0"/>
                        </a:spcAft>
                      </a:pPr>
                      <a:r>
                        <a:rPr lang="fr-FR" sz="1000" dirty="0">
                          <a:effectLst/>
                          <a:latin typeface="Verdana" panose="020B0604030504040204" pitchFamily="34" charset="0"/>
                          <a:ea typeface="Verdana" panose="020B0604030504040204" pitchFamily="34" charset="0"/>
                        </a:rPr>
                        <a:t>en mass sur les réseaux sociaux avec</a:t>
                      </a:r>
                    </a:p>
                    <a:p>
                      <a:pPr algn="l">
                        <a:spcAft>
                          <a:spcPts val="0"/>
                        </a:spcAft>
                      </a:pPr>
                      <a:r>
                        <a:rPr lang="fr-FR" sz="1000" dirty="0" err="1">
                          <a:effectLst/>
                          <a:latin typeface="Verdana" panose="020B0604030504040204" pitchFamily="34" charset="0"/>
                          <a:ea typeface="Verdana" panose="020B0604030504040204" pitchFamily="34" charset="0"/>
                        </a:rPr>
                        <a:t>déterioration</a:t>
                      </a:r>
                      <a:r>
                        <a:rPr lang="fr-FR" sz="1000" dirty="0">
                          <a:effectLst/>
                          <a:latin typeface="Verdana" panose="020B0604030504040204" pitchFamily="34" charset="0"/>
                          <a:ea typeface="Verdana" panose="020B0604030504040204" pitchFamily="34" charset="0"/>
                        </a:rPr>
                        <a:t> de l'image du Groupe</a:t>
                      </a:r>
                      <a:endParaRPr lang="fr-FR" sz="1000" dirty="0">
                        <a:effectLst/>
                        <a:latin typeface="Verdana" panose="020B0604030504040204" pitchFamily="34" charset="0"/>
                        <a:ea typeface="Verdana" panose="020B0604030504040204" pitchFamily="34" charset="0"/>
                        <a:cs typeface="Times New Roman" panose="02020603050405020304" pitchFamily="18" charset="0"/>
                      </a:endParaRPr>
                    </a:p>
                  </a:txBody>
                  <a:tcPr marL="72000" marR="72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81499079"/>
                  </a:ext>
                </a:extLst>
              </a:tr>
              <a:tr h="2079434">
                <a:tc>
                  <a:txBody>
                    <a:bodyPr/>
                    <a:lstStyle/>
                    <a:p>
                      <a:pPr algn="ctr">
                        <a:spcAft>
                          <a:spcPts val="0"/>
                        </a:spcAft>
                      </a:pPr>
                      <a:r>
                        <a:rPr lang="fr-FR" sz="1000" dirty="0">
                          <a:solidFill>
                            <a:schemeClr val="tx1"/>
                          </a:solidFill>
                          <a:effectLst/>
                          <a:latin typeface="Verdana" panose="020B0604030504040204" pitchFamily="34" charset="0"/>
                          <a:ea typeface="Verdana" panose="020B0604030504040204" pitchFamily="34" charset="0"/>
                        </a:rPr>
                        <a:t>IMPACT CONFORMITÉ</a:t>
                      </a:r>
                      <a:endParaRPr lang="fr-FR"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72000" marR="72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algn="l">
                        <a:spcAft>
                          <a:spcPts val="0"/>
                        </a:spcAft>
                      </a:pPr>
                      <a:r>
                        <a:rPr lang="fr-FR" sz="1000" dirty="0">
                          <a:effectLst/>
                          <a:latin typeface="Verdana" panose="020B0604030504040204" pitchFamily="34" charset="0"/>
                          <a:ea typeface="Verdana" panose="020B0604030504040204" pitchFamily="34" charset="0"/>
                        </a:rPr>
                        <a:t>Manquement à une norme juridique </a:t>
                      </a:r>
                    </a:p>
                    <a:p>
                      <a:pPr algn="l">
                        <a:spcAft>
                          <a:spcPts val="0"/>
                        </a:spcAft>
                      </a:pPr>
                      <a:r>
                        <a:rPr lang="fr-FR" sz="1000" dirty="0">
                          <a:effectLst/>
                          <a:latin typeface="Verdana" panose="020B0604030504040204" pitchFamily="34" charset="0"/>
                          <a:ea typeface="Verdana" panose="020B0604030504040204" pitchFamily="34" charset="0"/>
                        </a:rPr>
                        <a:t>(légale, réglementaire, contractuelle, …) </a:t>
                      </a:r>
                    </a:p>
                    <a:p>
                      <a:pPr algn="l">
                        <a:spcAft>
                          <a:spcPts val="0"/>
                        </a:spcAft>
                      </a:pPr>
                      <a:r>
                        <a:rPr lang="fr-FR" sz="1000" dirty="0">
                          <a:effectLst/>
                          <a:latin typeface="Verdana" panose="020B0604030504040204" pitchFamily="34" charset="0"/>
                          <a:ea typeface="Verdana" panose="020B0604030504040204" pitchFamily="34" charset="0"/>
                        </a:rPr>
                        <a:t>ne faisant pas encourir de sanctions </a:t>
                      </a:r>
                    </a:p>
                    <a:p>
                      <a:pPr algn="l">
                        <a:spcAft>
                          <a:spcPts val="0"/>
                        </a:spcAft>
                      </a:pPr>
                      <a:r>
                        <a:rPr lang="fr-FR" sz="1000" dirty="0">
                          <a:effectLst/>
                          <a:latin typeface="Verdana" panose="020B0604030504040204" pitchFamily="34" charset="0"/>
                          <a:ea typeface="Verdana" panose="020B0604030504040204" pitchFamily="34" charset="0"/>
                        </a:rPr>
                        <a:t>(pas de pénalités, pas d’amendes, ni </a:t>
                      </a:r>
                    </a:p>
                    <a:p>
                      <a:pPr algn="l">
                        <a:spcAft>
                          <a:spcPts val="0"/>
                        </a:spcAft>
                      </a:pPr>
                      <a:r>
                        <a:rPr lang="fr-FR" sz="1000" dirty="0">
                          <a:effectLst/>
                          <a:latin typeface="Verdana" panose="020B0604030504040204" pitchFamily="34" charset="0"/>
                          <a:ea typeface="Verdana" panose="020B0604030504040204" pitchFamily="34" charset="0"/>
                        </a:rPr>
                        <a:t>dommages &amp; intérêts</a:t>
                      </a:r>
                    </a:p>
                  </a:txBody>
                  <a:tcPr marL="72000" marR="72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spcAft>
                          <a:spcPts val="0"/>
                        </a:spcAft>
                      </a:pPr>
                      <a:r>
                        <a:rPr lang="fr-FR" sz="1000" dirty="0">
                          <a:effectLst/>
                          <a:latin typeface="Verdana" panose="020B0604030504040204" pitchFamily="34" charset="0"/>
                          <a:ea typeface="Verdana" panose="020B0604030504040204" pitchFamily="34" charset="0"/>
                          <a:cs typeface="Times New Roman" panose="02020603050405020304" pitchFamily="18" charset="0"/>
                        </a:rPr>
                        <a:t>Contravention ou autre manquement à une norme juridique faisant encourir des sanctions financières ou autres </a:t>
                      </a:r>
                    </a:p>
                    <a:p>
                      <a:pPr algn="l">
                        <a:spcAft>
                          <a:spcPts val="0"/>
                        </a:spcAft>
                      </a:pPr>
                      <a:r>
                        <a:rPr lang="fr-FR" sz="1000" dirty="0">
                          <a:effectLst/>
                          <a:latin typeface="Verdana" panose="020B0604030504040204" pitchFamily="34" charset="0"/>
                          <a:ea typeface="Verdana" panose="020B0604030504040204" pitchFamily="34" charset="0"/>
                          <a:cs typeface="Times New Roman" panose="02020603050405020304" pitchFamily="18" charset="0"/>
                        </a:rPr>
                        <a:t>mais limitées</a:t>
                      </a:r>
                    </a:p>
                  </a:txBody>
                  <a:tcPr marL="72000" marR="72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spcAft>
                          <a:spcPts val="0"/>
                        </a:spcAft>
                      </a:pPr>
                      <a:r>
                        <a:rPr lang="fr-FR" sz="1000" dirty="0">
                          <a:effectLst/>
                          <a:latin typeface="Verdana" panose="020B0604030504040204" pitchFamily="34" charset="0"/>
                          <a:ea typeface="Verdana" panose="020B0604030504040204" pitchFamily="34" charset="0"/>
                          <a:cs typeface="Times New Roman" panose="02020603050405020304" pitchFamily="18" charset="0"/>
                        </a:rPr>
                        <a:t>Manquement à une norme juridique faisant </a:t>
                      </a:r>
                    </a:p>
                    <a:p>
                      <a:pPr algn="l">
                        <a:spcAft>
                          <a:spcPts val="0"/>
                        </a:spcAft>
                      </a:pPr>
                      <a:r>
                        <a:rPr lang="fr-FR" sz="1000" dirty="0">
                          <a:effectLst/>
                          <a:latin typeface="Verdana" panose="020B0604030504040204" pitchFamily="34" charset="0"/>
                          <a:ea typeface="Verdana" panose="020B0604030504040204" pitchFamily="34" charset="0"/>
                          <a:cs typeface="Times New Roman" panose="02020603050405020304" pitchFamily="18" charset="0"/>
                        </a:rPr>
                        <a:t>encourir des sanctions financières ou autres </a:t>
                      </a:r>
                    </a:p>
                    <a:p>
                      <a:pPr algn="l">
                        <a:spcAft>
                          <a:spcPts val="0"/>
                        </a:spcAft>
                      </a:pPr>
                      <a:r>
                        <a:rPr lang="fr-FR" sz="1000" dirty="0">
                          <a:effectLst/>
                          <a:latin typeface="Verdana" panose="020B0604030504040204" pitchFamily="34" charset="0"/>
                          <a:ea typeface="Verdana" panose="020B0604030504040204" pitchFamily="34" charset="0"/>
                          <a:cs typeface="Times New Roman" panose="02020603050405020304" pitchFamily="18" charset="0"/>
                        </a:rPr>
                        <a:t>élevées (qui induit perte de part de marché, </a:t>
                      </a:r>
                    </a:p>
                    <a:p>
                      <a:pPr algn="l">
                        <a:spcAft>
                          <a:spcPts val="0"/>
                        </a:spcAft>
                      </a:pPr>
                      <a:r>
                        <a:rPr lang="fr-FR" sz="1000" dirty="0">
                          <a:effectLst/>
                          <a:latin typeface="Verdana" panose="020B0604030504040204" pitchFamily="34" charset="0"/>
                          <a:ea typeface="Verdana" panose="020B0604030504040204" pitchFamily="34" charset="0"/>
                          <a:cs typeface="Times New Roman" panose="02020603050405020304" pitchFamily="18" charset="0"/>
                        </a:rPr>
                        <a:t>résiliation d’un contrat non stratégique)</a:t>
                      </a:r>
                    </a:p>
                    <a:p>
                      <a:pPr algn="l">
                        <a:spcAft>
                          <a:spcPts val="0"/>
                        </a:spcAft>
                      </a:pPr>
                      <a:endParaRPr lang="fr-FR" sz="1000" dirty="0">
                        <a:effectLst/>
                        <a:latin typeface="Verdana" panose="020B0604030504040204" pitchFamily="34" charset="0"/>
                        <a:ea typeface="Verdana" panose="020B0604030504040204" pitchFamily="34" charset="0"/>
                        <a:cs typeface="Times New Roman" panose="02020603050405020304" pitchFamily="18" charset="0"/>
                      </a:endParaRPr>
                    </a:p>
                  </a:txBody>
                  <a:tcPr marL="72000" marR="72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spcAft>
                          <a:spcPts val="0"/>
                        </a:spcAft>
                      </a:pPr>
                      <a:r>
                        <a:rPr lang="fr-FR" sz="1000" dirty="0">
                          <a:effectLst/>
                          <a:latin typeface="Verdana" panose="020B0604030504040204" pitchFamily="34" charset="0"/>
                          <a:ea typeface="Verdana" panose="020B0604030504040204" pitchFamily="34" charset="0"/>
                          <a:cs typeface="Times New Roman" panose="02020603050405020304" pitchFamily="18" charset="0"/>
                        </a:rPr>
                        <a:t>Manquement à une norme juridique faisant</a:t>
                      </a:r>
                    </a:p>
                    <a:p>
                      <a:pPr algn="l">
                        <a:spcAft>
                          <a:spcPts val="0"/>
                        </a:spcAft>
                      </a:pPr>
                      <a:r>
                        <a:rPr lang="fr-FR" sz="1000" dirty="0">
                          <a:effectLst/>
                          <a:latin typeface="Verdana" panose="020B0604030504040204" pitchFamily="34" charset="0"/>
                          <a:ea typeface="Verdana" panose="020B0604030504040204" pitchFamily="34" charset="0"/>
                          <a:cs typeface="Times New Roman" panose="02020603050405020304" pitchFamily="18" charset="0"/>
                        </a:rPr>
                        <a:t>encourir des sanctions critiques : (Pénalités,</a:t>
                      </a:r>
                    </a:p>
                    <a:p>
                      <a:pPr algn="l">
                        <a:spcAft>
                          <a:spcPts val="0"/>
                        </a:spcAft>
                      </a:pPr>
                      <a:r>
                        <a:rPr lang="fr-FR" sz="1000" dirty="0">
                          <a:effectLst/>
                          <a:latin typeface="Verdana" panose="020B0604030504040204" pitchFamily="34" charset="0"/>
                          <a:ea typeface="Verdana" panose="020B0604030504040204" pitchFamily="34" charset="0"/>
                          <a:cs typeface="Times New Roman" panose="02020603050405020304" pitchFamily="18" charset="0"/>
                        </a:rPr>
                        <a:t>amendes ou indemnisations importantes,</a:t>
                      </a:r>
                    </a:p>
                    <a:p>
                      <a:pPr algn="l">
                        <a:spcAft>
                          <a:spcPts val="0"/>
                        </a:spcAft>
                      </a:pPr>
                      <a:r>
                        <a:rPr lang="fr-FR" sz="1000" dirty="0">
                          <a:effectLst/>
                          <a:latin typeface="Verdana" panose="020B0604030504040204" pitchFamily="34" charset="0"/>
                          <a:ea typeface="Verdana" panose="020B0604030504040204" pitchFamily="34" charset="0"/>
                          <a:cs typeface="Times New Roman" panose="02020603050405020304" pitchFamily="18" charset="0"/>
                        </a:rPr>
                        <a:t>Résiliation d’un contrat stratégique, Perte</a:t>
                      </a:r>
                    </a:p>
                    <a:p>
                      <a:pPr algn="l">
                        <a:spcAft>
                          <a:spcPts val="0"/>
                        </a:spcAft>
                      </a:pPr>
                      <a:r>
                        <a:rPr lang="fr-FR" sz="1000" dirty="0">
                          <a:effectLst/>
                          <a:latin typeface="Verdana" panose="020B0604030504040204" pitchFamily="34" charset="0"/>
                          <a:ea typeface="Verdana" panose="020B0604030504040204" pitchFamily="34" charset="0"/>
                          <a:cs typeface="Times New Roman" panose="02020603050405020304" pitchFamily="18" charset="0"/>
                        </a:rPr>
                        <a:t>importante de part de marché, Poursuites</a:t>
                      </a:r>
                    </a:p>
                    <a:p>
                      <a:pPr algn="l">
                        <a:spcAft>
                          <a:spcPts val="0"/>
                        </a:spcAft>
                      </a:pPr>
                      <a:r>
                        <a:rPr lang="fr-FR" sz="1000" dirty="0">
                          <a:effectLst/>
                          <a:latin typeface="Verdana" panose="020B0604030504040204" pitchFamily="34" charset="0"/>
                          <a:ea typeface="Verdana" panose="020B0604030504040204" pitchFamily="34" charset="0"/>
                          <a:cs typeface="Times New Roman" panose="02020603050405020304" pitchFamily="18" charset="0"/>
                        </a:rPr>
                        <a:t>judiciaires, ...)</a:t>
                      </a:r>
                    </a:p>
                  </a:txBody>
                  <a:tcPr marL="72000" marR="72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22570001"/>
                  </a:ext>
                </a:extLst>
              </a:tr>
            </a:tbl>
          </a:graphicData>
        </a:graphic>
      </p:graphicFrame>
      <p:sp>
        <p:nvSpPr>
          <p:cNvPr id="9" name="Rectangle 3"/>
          <p:cNvSpPr>
            <a:spLocks noChangeArrowheads="1"/>
          </p:cNvSpPr>
          <p:nvPr/>
        </p:nvSpPr>
        <p:spPr bwMode="auto">
          <a:xfrm>
            <a:off x="226142" y="443691"/>
            <a:ext cx="6472532"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6000" tIns="34290" rIns="36000" bIns="34290" numCol="1" anchor="ctr" anchorCtr="0" compatLnSpc="1">
            <a:prstTxWarp prst="textNoShape">
              <a:avLst/>
            </a:prstTxWarp>
            <a:spAutoFit/>
          </a:bodyPr>
          <a:lstStyle/>
          <a:p>
            <a:pPr algn="l" eaLnBrk="0" fontAlgn="base" hangingPunct="0">
              <a:spcBef>
                <a:spcPct val="0"/>
              </a:spcBef>
              <a:spcAft>
                <a:spcPct val="0"/>
              </a:spcAft>
            </a:pPr>
            <a:r>
              <a:rPr lang="fr-FR" altLang="fr-FR" sz="1200" dirty="0">
                <a:solidFill>
                  <a:srgbClr val="000000"/>
                </a:solidFill>
                <a:latin typeface="Verdana" panose="020B0604030504040204" pitchFamily="34" charset="0"/>
                <a:ea typeface="Verdana" panose="020B0604030504040204" pitchFamily="34" charset="0"/>
                <a:cs typeface="Arial" panose="020B0604020202020204" pitchFamily="34" charset="0"/>
              </a:rPr>
              <a:t>Alignement avec la cotation des risques utilisée par le </a:t>
            </a:r>
            <a:r>
              <a:rPr lang="fr-FR" altLang="fr-FR" sz="1200" dirty="0" err="1">
                <a:solidFill>
                  <a:srgbClr val="000000"/>
                </a:solidFill>
                <a:latin typeface="Verdana" panose="020B0604030504040204" pitchFamily="34" charset="0"/>
                <a:ea typeface="Verdana" panose="020B0604030504040204" pitchFamily="34" charset="0"/>
                <a:cs typeface="Arial" panose="020B0604020202020204" pitchFamily="34" charset="0"/>
              </a:rPr>
              <a:t>Risk</a:t>
            </a:r>
            <a:r>
              <a:rPr lang="fr-FR" altLang="fr-FR" sz="1200" dirty="0">
                <a:solidFill>
                  <a:srgbClr val="000000"/>
                </a:solidFill>
                <a:latin typeface="Verdana" panose="020B0604030504040204" pitchFamily="34" charset="0"/>
                <a:ea typeface="Verdana" panose="020B0604030504040204" pitchFamily="34" charset="0"/>
                <a:cs typeface="Arial" panose="020B0604020202020204" pitchFamily="34" charset="0"/>
              </a:rPr>
              <a:t> Management Groupe  :</a:t>
            </a:r>
            <a:endParaRPr lang="fr-FR" altLang="fr-FR" sz="1200" dirty="0">
              <a:solidFill>
                <a:srgbClr val="000000"/>
              </a:solidFill>
              <a:latin typeface="Verdana" panose="020B0604030504040204" pitchFamily="34" charset="0"/>
              <a:ea typeface="Verdana" panose="020B0604030504040204" pitchFamily="34" charset="0"/>
            </a:endParaRPr>
          </a:p>
        </p:txBody>
      </p:sp>
      <p:sp>
        <p:nvSpPr>
          <p:cNvPr id="11" name="Titre 1"/>
          <p:cNvSpPr>
            <a:spLocks noGrp="1"/>
          </p:cNvSpPr>
          <p:nvPr>
            <p:ph type="title"/>
          </p:nvPr>
        </p:nvSpPr>
        <p:spPr>
          <a:xfrm>
            <a:off x="72000" y="78517"/>
            <a:ext cx="9000000" cy="763081"/>
          </a:xfrm>
        </p:spPr>
        <p:txBody>
          <a:bodyPr/>
          <a:lstStyle/>
          <a:p>
            <a:pPr algn="just" defTabSz="592515">
              <a:lnSpc>
                <a:spcPct val="100000"/>
              </a:lnSpc>
              <a:spcBef>
                <a:spcPts val="400"/>
              </a:spcBef>
              <a:spcAft>
                <a:spcPts val="400"/>
              </a:spcAft>
              <a:buSzPct val="100000"/>
              <a:defRPr/>
            </a:pPr>
            <a:r>
              <a:rPr lang="fr-FR" dirty="0">
                <a:cs typeface="Verdana" panose="020B0604030504040204" pitchFamily="34" charset="0"/>
              </a:rPr>
              <a:t>COTATION DES RISQUES UTILISÉE (2/2)</a:t>
            </a:r>
          </a:p>
        </p:txBody>
      </p:sp>
    </p:spTree>
    <p:extLst>
      <p:ext uri="{BB962C8B-B14F-4D97-AF65-F5344CB8AC3E}">
        <p14:creationId xmlns:p14="http://schemas.microsoft.com/office/powerpoint/2010/main" val="1522852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t 1" hidden="1"/>
          <p:cNvGraphicFramePr>
            <a:graphicFrameLocks noChangeAspect="1"/>
          </p:cNvGraphicFramePr>
          <p:nvPr>
            <p:custDataLst>
              <p:tags r:id="rId1"/>
            </p:custDataLst>
          </p:nvPr>
        </p:nvGraphicFramePr>
        <p:xfrm>
          <a:off x="1144193" y="858443"/>
          <a:ext cx="1191" cy="1191"/>
        </p:xfrm>
        <a:graphic>
          <a:graphicData uri="http://schemas.openxmlformats.org/presentationml/2006/ole">
            <mc:AlternateContent xmlns:mc="http://schemas.openxmlformats.org/markup-compatibility/2006">
              <mc:Choice xmlns:v="urn:schemas-microsoft-com:vml" Requires="v">
                <p:oleObj name="Diapositive think-cell" r:id="rId3" imgW="592" imgH="595" progId="TCLayout.ActiveDocument.1">
                  <p:embed/>
                </p:oleObj>
              </mc:Choice>
              <mc:Fallback>
                <p:oleObj name="Diapositive think-cell" r:id="rId3" imgW="592" imgH="595" progId="TCLayout.ActiveDocument.1">
                  <p:embed/>
                  <p:pic>
                    <p:nvPicPr>
                      <p:cNvPr id="2" name="Objet 1" hidden="1"/>
                      <p:cNvPicPr/>
                      <p:nvPr/>
                    </p:nvPicPr>
                    <p:blipFill>
                      <a:blip r:embed="rId4"/>
                      <a:stretch>
                        <a:fillRect/>
                      </a:stretch>
                    </p:blipFill>
                    <p:spPr>
                      <a:xfrm>
                        <a:off x="1144193" y="858443"/>
                        <a:ext cx="1191" cy="1191"/>
                      </a:xfrm>
                      <a:prstGeom prst="rect">
                        <a:avLst/>
                      </a:prstGeom>
                    </p:spPr>
                  </p:pic>
                </p:oleObj>
              </mc:Fallback>
            </mc:AlternateContent>
          </a:graphicData>
        </a:graphic>
      </p:graphicFrame>
      <p:sp>
        <p:nvSpPr>
          <p:cNvPr id="3" name="Titre 2"/>
          <p:cNvSpPr>
            <a:spLocks noGrp="1"/>
          </p:cNvSpPr>
          <p:nvPr>
            <p:ph type="title"/>
          </p:nvPr>
        </p:nvSpPr>
        <p:spPr/>
        <p:txBody>
          <a:bodyPr/>
          <a:lstStyle/>
          <a:p>
            <a:r>
              <a:rPr lang="fr-FR" dirty="0">
                <a:cs typeface="Verdana" panose="020B0604030504040204" pitchFamily="34" charset="0"/>
              </a:rPr>
              <a:t>ANNEXES (RELATIVES À LA MISSION D’AUDIT) </a:t>
            </a:r>
            <a:br>
              <a:rPr lang="fr-FR" dirty="0">
                <a:cs typeface="Verdana" panose="020B0604030504040204" pitchFamily="34" charset="0"/>
              </a:rPr>
            </a:br>
            <a:endParaRPr lang="fr-FR" dirty="0"/>
          </a:p>
        </p:txBody>
      </p:sp>
    </p:spTree>
    <p:extLst>
      <p:ext uri="{BB962C8B-B14F-4D97-AF65-F5344CB8AC3E}">
        <p14:creationId xmlns:p14="http://schemas.microsoft.com/office/powerpoint/2010/main" val="361638143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S" val="1,2"/>
  <p:tag name="NP_IDX" val="19"/>
  <p:tag name="NEWNAMES" val="True"/>
  <p:tag name="ISNEWSLIDENUMBER" val="False"/>
  <p:tag name="MTFACCENT" val="Accent3"/>
  <p:tag name="THINKCELLPRESENTATIONDONOTDELETE" val="&lt;?xml version=&quot;1.0&quot; encoding=&quot;UTF-16&quot; standalone=&quot;yes&quot;?&gt;&lt;root reqver=&quot;23045&quot;&gt;&lt;version val=&quot;25146&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1-%Y&lt;/m_strFormatTime&gt;&lt;m_yearfmt&gt;&lt;begin val=&quot;0&quot;/&gt;&lt;end val=&quot;0&quot;/&gt;&lt;/m_yearfmt&gt;&lt;/m_precDefaultDate&gt;&lt;m_precDefaultYear&gt;&lt;m_bNumberIsYear val=&quot;0&quot;/&gt;&lt;m_strFormatTime&gt;%Y&lt;/m_strFormatTime&gt;&lt;m_yearfmt&gt;&lt;begin val=&quot;0&quot;/&gt;&lt;end val=&quot;0&quot;/&gt;&lt;/m_yearfmt&gt;&lt;/m_precDefaultYear&gt;&lt;m_precDefaultQuarter&gt;&lt;m_bNumberIsYear val=&quot;0&quot;/&gt;&lt;m_strFormatTime&gt;Q%5&lt;/m_strFormatTime&gt;&lt;m_yearfmt&gt;&lt;begin val=&quot;0&quot;/&gt;&lt;end val=&quot;4&quot;/&gt;&lt;/m_yearfmt&gt;&lt;/m_precDefaultQuarter&gt;&lt;m_precDefaultMonth&gt;&lt;m_bNumberIsYear val=&quot;0&quot;/&gt;&lt;m_strFormatTime&gt;%1&lt;/m_strFormatTime&gt;&lt;m_yearfmt&gt;&lt;begin val=&quot;0&quot;/&gt;&lt;end val=&quot;4&quot;/&gt;&lt;/m_yearfmt&gt;&lt;/m_precDefaultMonth&gt;&lt;m_precDefaultWeek&gt;&lt;m_bNumberIsYear val=&quot;0&quot;/&gt;&lt;m_strFormatTime&gt;%4&lt;/m_strFormatTime&gt;&lt;m_yearfmt&gt;&lt;begin val=&quot;0&quot;/&gt;&lt;end val=&quot;4&quot;/&gt;&lt;/m_yearfmt&gt;&lt;/m_precDefaultWeek&gt;&lt;m_precDefaultDay&gt;&lt;m_bNumberIsYear val=&quot;0&quot;/&gt;&lt;m_strFormatTime&gt;%d&lt;/m_strFormatTime&gt;&lt;m_yearfmt&gt;&lt;begin val=&quot;0&quot;/&gt;&lt;end val=&quot;4&quot;/&gt;&lt;/m_yearfmt&gt;&lt;/m_precDefaultDay&gt;&lt;m_mruColor&gt;&lt;m_vecMRU length=&quot;17&quot;&gt;&lt;elem m_fUsage=&quot;4.27926155023138576894E+00&quot;&gt;&lt;m_msothmcolidx val=&quot;0&quot;/&gt;&lt;m_rgb r=&quot;9F&quot; g=&quot;B9&quot; b=&quot;BD&quot;/&gt;&lt;m_nBrightness val=&quot;0&quot;/&gt;&lt;/elem&gt;&lt;elem m_fUsage=&quot;3.21235780324908670735E+00&quot;&gt;&lt;m_msothmcolidx val=&quot;0&quot;/&gt;&lt;m_rgb r=&quot;12&quot; g=&quot;8F&quot; b=&quot;A7&quot;/&gt;&lt;m_nBrightness val=&quot;0&quot;/&gt;&lt;/elem&gt;&lt;elem m_fUsage=&quot;1.95846439776918579412E+00&quot;&gt;&lt;m_msothmcolidx val=&quot;0&quot;/&gt;&lt;m_rgb r=&quot;D9&quot; g=&quot;D9&quot; b=&quot;D9&quot;/&gt;&lt;m_nBrightness val=&quot;0&quot;/&gt;&lt;/elem&gt;&lt;elem m_fUsage=&quot;1.79625817638521534381E-01&quot;&gt;&lt;m_msothmcolidx val=&quot;0&quot;/&gt;&lt;m_rgb r=&quot;F7&quot; g=&quot;FA&quot; b=&quot;EF&quot;/&gt;&lt;m_nBrightness val=&quot;0&quot;/&gt;&lt;/elem&gt;&lt;elem m_fUsage=&quot;1.17077007268540159157E-01&quot;&gt;&lt;m_msothmcolidx val=&quot;0&quot;/&gt;&lt;m_rgb r=&quot;E4&quot; g=&quot;F0&quot; b=&quot;CA&quot;/&gt;&lt;m_nBrightness val=&quot;0&quot;/&gt;&lt;/elem&gt;&lt;elem m_fUsage=&quot;7.97664430768725701837E-02&quot;&gt;&lt;m_msothmcolidx val=&quot;0&quot;/&gt;&lt;m_rgb r=&quot;00&quot; g=&quot;29&quot; b=&quot;60&quot;/&gt;&lt;m_nBrightness val=&quot;0&quot;/&gt;&lt;/elem&gt;&lt;elem m_fUsage=&quot;3.93177252631583609710E-02&quot;&gt;&lt;m_msothmcolidx val=&quot;0&quot;/&gt;&lt;m_rgb r=&quot;DC&quot; g=&quot;EB&quot; b=&quot;BA&quot;/&gt;&lt;m_nBrightness val=&quot;0&quot;/&gt;&lt;/elem&gt;&lt;elem m_fUsage=&quot;3.05456721927695809549E-02&quot;&gt;&lt;m_msothmcolidx val=&quot;0&quot;/&gt;&lt;m_rgb r=&quot;F3&quot; g=&quot;F8&quot; b=&quot;E7&quot;/&gt;&lt;m_nBrightness val=&quot;0&quot;/&gt;&lt;/elem&gt;&lt;elem m_fUsage=&quot;2.33961073390555850116E-02&quot;&gt;&lt;m_msothmcolidx val=&quot;0&quot;/&gt;&lt;m_rgb r=&quot;FA&quot; g=&quot;30&quot; b=&quot;25&quot;/&gt;&lt;m_nBrightness val=&quot;0&quot;/&gt;&lt;/elem&gt;&lt;elem m_fUsage=&quot;2.25283995449391989674E-02&quot;&gt;&lt;m_msothmcolidx val=&quot;0&quot;/&gt;&lt;m_rgb r=&quot;EC&quot; g=&quot;F4&quot; b=&quot;D9&quot;/&gt;&lt;m_nBrightness val=&quot;0&quot;/&gt;&lt;/elem&gt;&lt;elem m_fUsage=&quot;1.82480036314007498799E-02&quot;&gt;&lt;m_msothmcolidx val=&quot;0&quot;/&gt;&lt;m_rgb r=&quot;EF&quot; g=&quot;EF&quot; b=&quot;EF&quot;/&gt;&lt;m_nBrightness val=&quot;0&quot;/&gt;&lt;/elem&gt;&lt;elem m_fUsage=&quot;1.64232032682606748919E-02&quot;&gt;&lt;m_msothmcolidx val=&quot;0&quot;/&gt;&lt;m_rgb r=&quot;CE&quot; g=&quot;CE&quot; b=&quot;CE&quot;/&gt;&lt;m_nBrightness val=&quot;0&quot;/&gt;&lt;/elem&gt;&lt;elem m_fUsage=&quot;4.63839768658810738117E-03&quot;&gt;&lt;m_msothmcolidx val=&quot;0&quot;/&gt;&lt;m_rgb r=&quot;2A&quot; g=&quot;42&quot; b=&quot;00&quot;/&gt;&lt;m_nBrightness val=&quot;0&quot;/&gt;&lt;/elem&gt;&lt;elem m_fUsage=&quot;3.25258864284512462170E-03&quot;&gt;&lt;m_msothmcolidx val=&quot;0&quot;/&gt;&lt;m_rgb r=&quot;DD&quot; g=&quot;DD&quot; b=&quot;DD&quot;/&gt;&lt;m_nBrightness val=&quot;0&quot;/&gt;&lt;/elem&gt;&lt;elem m_fUsage=&quot;1.99667811101603706950E-03&quot;&gt;&lt;m_msothmcolidx val=&quot;0&quot;/&gt;&lt;m_rgb r=&quot;FE&quot; g=&quot;0E&quot; b=&quot;01&quot;/&gt;&lt;m_nBrightness val=&quot;0&quot;/&gt;&lt;/elem&gt;&lt;elem m_fUsage=&quot;1.31002050863762210288E-03&quot;&gt;&lt;m_msothmcolidx val=&quot;0&quot;/&gt;&lt;m_rgb r=&quot;EA&quot; g=&quot;EA&quot; b=&quot;EA&quot;/&gt;&lt;m_nBrightness val=&quot;0&quot;/&gt;&lt;/elem&gt;&lt;elem m_fUsage=&quot;1.17901845777385982754E-03&quot;&gt;&lt;m_msothmcolidx val=&quot;0&quot;/&gt;&lt;m_rgb r=&quot;80&quot; g=&quot;80&quot; b=&quot;80&quot;/&gt;&lt;m_nBrightness val=&quot;0&quot;/&gt;&lt;/elem&gt;&lt;/m_vecMRU&gt;&lt;/m_mruColor&gt;&lt;m_eweekdayFirstOfWeek val=&quot;2&quot;/&gt;&lt;m_eweekdayFirstOfWorkweek val=&quot;2&quot;/&gt;&lt;m_eweekdayFirstOfWeekend val=&quot;7&quot;/&gt;&lt;/CPresentation&gt;&lt;/root&gt;"/>
  <p:tag name="MTBTACCENT" val="Accent3"/>
  <p:tag name="PREVIOUSNAME" val="C:\Users\Aida Oualalou\Box Sync\Confidentiel - OM\3. Deck\20190212_OCP_OM_v0.4aou.pptx"/>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dUVaNioeQEy1srSxzx_jYw"/>
</p:tagLst>
</file>

<file path=ppt/tags/tag4.xml><?xml version="1.0" encoding="utf-8"?>
<p:tagLst xmlns:a="http://schemas.openxmlformats.org/drawingml/2006/main" xmlns:r="http://schemas.openxmlformats.org/officeDocument/2006/relationships" xmlns:p="http://schemas.openxmlformats.org/presentationml/2006/main">
  <p:tag name="NAME" val="Moon"/>
</p:tagLst>
</file>

<file path=ppt/tags/tag5.xml><?xml version="1.0" encoding="utf-8"?>
<p:tagLst xmlns:a="http://schemas.openxmlformats.org/drawingml/2006/main" xmlns:r="http://schemas.openxmlformats.org/officeDocument/2006/relationships" xmlns:p="http://schemas.openxmlformats.org/presentationml/2006/main">
  <p:tag name="NAME" val="Moon"/>
</p:tagLst>
</file>

<file path=ppt/tags/tag6.xml><?xml version="1.0" encoding="utf-8"?>
<p:tagLst xmlns:a="http://schemas.openxmlformats.org/drawingml/2006/main" xmlns:r="http://schemas.openxmlformats.org/officeDocument/2006/relationships" xmlns:p="http://schemas.openxmlformats.org/presentationml/2006/main">
  <p:tag name="NAME" val="Moon"/>
</p:tagLst>
</file>

<file path=ppt/tags/tag7.xml><?xml version="1.0" encoding="utf-8"?>
<p:tagLst xmlns:a="http://schemas.openxmlformats.org/drawingml/2006/main" xmlns:r="http://schemas.openxmlformats.org/officeDocument/2006/relationships" xmlns:p="http://schemas.openxmlformats.org/presentationml/2006/main">
  <p:tag name="NAME" val="Moon"/>
</p:tagLst>
</file>

<file path=ppt/tags/tag8.xml><?xml version="1.0" encoding="utf-8"?>
<p:tagLst xmlns:a="http://schemas.openxmlformats.org/drawingml/2006/main" xmlns:r="http://schemas.openxmlformats.org/officeDocument/2006/relationships" xmlns:p="http://schemas.openxmlformats.org/presentationml/2006/main">
  <p:tag name="NAME" val="Moon"/>
</p:tagLst>
</file>

<file path=ppt/tags/tag9.xml><?xml version="1.0" encoding="utf-8"?>
<p:tagLst xmlns:a="http://schemas.openxmlformats.org/drawingml/2006/main" xmlns:r="http://schemas.openxmlformats.org/officeDocument/2006/relationships" xmlns:p="http://schemas.openxmlformats.org/presentationml/2006/main">
  <p:tag name="ISLEGEND" val="true"/>
</p:tagLst>
</file>

<file path=ppt/tags/tag10.xml><?xml version="1.0" encoding="utf-8"?>
<p:tagLst xmlns:a="http://schemas.openxmlformats.org/drawingml/2006/main" xmlns:r="http://schemas.openxmlformats.org/officeDocument/2006/relationships" xmlns:p="http://schemas.openxmlformats.org/presentationml/2006/main">
  <p:tag name="ISLEGEND" val="true"/>
</p:tagLst>
</file>

<file path=ppt/tags/tag11.xml><?xml version="1.0" encoding="utf-8"?>
<p:tagLst xmlns:a="http://schemas.openxmlformats.org/drawingml/2006/main" xmlns:r="http://schemas.openxmlformats.org/officeDocument/2006/relationships" xmlns:p="http://schemas.openxmlformats.org/presentationml/2006/main">
  <p:tag name="ISLEGEND" val="true"/>
</p:tagLst>
</file>

<file path=ppt/tags/tag12.xml><?xml version="1.0" encoding="utf-8"?>
<p:tagLst xmlns:a="http://schemas.openxmlformats.org/drawingml/2006/main" xmlns:r="http://schemas.openxmlformats.org/officeDocument/2006/relationships" xmlns:p="http://schemas.openxmlformats.org/presentationml/2006/main">
  <p:tag name="ISLEGEND" val="true"/>
</p:tagLst>
</file>

<file path=ppt/tags/tag13.xml><?xml version="1.0" encoding="utf-8"?>
<p:tagLst xmlns:a="http://schemas.openxmlformats.org/drawingml/2006/main" xmlns:r="http://schemas.openxmlformats.org/officeDocument/2006/relationships" xmlns:p="http://schemas.openxmlformats.org/presentationml/2006/main">
  <p:tag name="ISLEGEND" val="true"/>
</p:tagLst>
</file>

<file path=ppt/tags/tag14.xml><?xml version="1.0" encoding="utf-8"?>
<p:tagLst xmlns:a="http://schemas.openxmlformats.org/drawingml/2006/main" xmlns:r="http://schemas.openxmlformats.org/officeDocument/2006/relationships" xmlns:p="http://schemas.openxmlformats.org/presentationml/2006/main">
  <p:tag name="NAME" val="MoonShape"/>
  <p:tag name="ANGLE" val="3"/>
</p:tagLst>
</file>

<file path=ppt/tags/tag15.xml><?xml version="1.0" encoding="utf-8"?>
<p:tagLst xmlns:a="http://schemas.openxmlformats.org/drawingml/2006/main" xmlns:r="http://schemas.openxmlformats.org/officeDocument/2006/relationships" xmlns:p="http://schemas.openxmlformats.org/presentationml/2006/main">
  <p:tag name="NAME" val="MoonHalfShape"/>
  <p:tag name="ANGLE" val="4"/>
</p:tagLst>
</file>

<file path=ppt/tags/tag16.xml><?xml version="1.0" encoding="utf-8"?>
<p:tagLst xmlns:a="http://schemas.openxmlformats.org/drawingml/2006/main" xmlns:r="http://schemas.openxmlformats.org/officeDocument/2006/relationships" xmlns:p="http://schemas.openxmlformats.org/presentationml/2006/main">
  <p:tag name="NAME" val="MoonShape"/>
  <p:tag name="ANGLE" val="5"/>
</p:tagLst>
</file>

<file path=ppt/tags/tag17.xml><?xml version="1.0" encoding="utf-8"?>
<p:tagLst xmlns:a="http://schemas.openxmlformats.org/drawingml/2006/main" xmlns:r="http://schemas.openxmlformats.org/officeDocument/2006/relationships" xmlns:p="http://schemas.openxmlformats.org/presentationml/2006/main">
  <p:tag name="NAME" val="MoonHalfShape"/>
  <p:tag name="ANGLE" val="5"/>
</p:tagLst>
</file>

<file path=ppt/tags/tag18.xml><?xml version="1.0" encoding="utf-8"?>
<p:tagLst xmlns:a="http://schemas.openxmlformats.org/drawingml/2006/main" xmlns:r="http://schemas.openxmlformats.org/officeDocument/2006/relationships" xmlns:p="http://schemas.openxmlformats.org/presentationml/2006/main">
  <p:tag name="NAME" val="MoonShape"/>
  <p:tag name="ANGLE" val="4"/>
</p:tagLst>
</file>

<file path=ppt/tags/tag19.xml><?xml version="1.0" encoding="utf-8"?>
<p:tagLst xmlns:a="http://schemas.openxmlformats.org/drawingml/2006/main" xmlns:r="http://schemas.openxmlformats.org/officeDocument/2006/relationships" xmlns:p="http://schemas.openxmlformats.org/presentationml/2006/main">
  <p:tag name="NAME" val="MoonHalfShape"/>
  <p:tag name="ANGLE" val="4"/>
</p:tagLst>
</file>

<file path=ppt/tags/tag20.xml><?xml version="1.0" encoding="utf-8"?>
<p:tagLst xmlns:a="http://schemas.openxmlformats.org/drawingml/2006/main" xmlns:r="http://schemas.openxmlformats.org/officeDocument/2006/relationships" xmlns:p="http://schemas.openxmlformats.org/presentationml/2006/main">
  <p:tag name="NAME" val="MoonShape"/>
  <p:tag name="ANGLE" val="2"/>
</p:tagLst>
</file>

<file path=ppt/tags/tag21.xml><?xml version="1.0" encoding="utf-8"?>
<p:tagLst xmlns:a="http://schemas.openxmlformats.org/drawingml/2006/main" xmlns:r="http://schemas.openxmlformats.org/officeDocument/2006/relationships" xmlns:p="http://schemas.openxmlformats.org/presentationml/2006/main">
  <p:tag name="NAME" val="MoonHalfShape"/>
  <p:tag name="ANGLE" val="2"/>
</p:tagLst>
</file>

<file path=ppt/tags/tag22.xml><?xml version="1.0" encoding="utf-8"?>
<p:tagLst xmlns:a="http://schemas.openxmlformats.org/drawingml/2006/main" xmlns:r="http://schemas.openxmlformats.org/officeDocument/2006/relationships" xmlns:p="http://schemas.openxmlformats.org/presentationml/2006/main">
  <p:tag name="NAME" val="MoonShape"/>
  <p:tag name="ANGLE" val="1"/>
</p:tagLst>
</file>

<file path=ppt/tags/tag23.xml><?xml version="1.0" encoding="utf-8"?>
<p:tagLst xmlns:a="http://schemas.openxmlformats.org/drawingml/2006/main" xmlns:r="http://schemas.openxmlformats.org/officeDocument/2006/relationships" xmlns:p="http://schemas.openxmlformats.org/presentationml/2006/main">
  <p:tag name="NAME" val="MoonHalfShape"/>
  <p:tag name="ANGLE" val="1"/>
</p:tagLst>
</file>

<file path=ppt/tags/tag24.xml><?xml version="1.0" encoding="utf-8"?>
<p:tagLst xmlns:a="http://schemas.openxmlformats.org/drawingml/2006/main" xmlns:r="http://schemas.openxmlformats.org/officeDocument/2006/relationships" xmlns:p="http://schemas.openxmlformats.org/presentationml/2006/main">
  <p:tag name="ISLEGEND" val="true"/>
</p:tagLst>
</file>

<file path=ppt/tags/tag25.xml><?xml version="1.0" encoding="utf-8"?>
<p:tagLst xmlns:a="http://schemas.openxmlformats.org/drawingml/2006/main" xmlns:r="http://schemas.openxmlformats.org/officeDocument/2006/relationships" xmlns:p="http://schemas.openxmlformats.org/presentationml/2006/main">
  <p:tag name="ISLEGEND" val="true"/>
</p:tagLst>
</file>

<file path=ppt/tags/tag26.xml><?xml version="1.0" encoding="utf-8"?>
<p:tagLst xmlns:a="http://schemas.openxmlformats.org/drawingml/2006/main" xmlns:r="http://schemas.openxmlformats.org/officeDocument/2006/relationships" xmlns:p="http://schemas.openxmlformats.org/presentationml/2006/main">
  <p:tag name="ISLEGEND" val="true"/>
</p:tagLst>
</file>

<file path=ppt/tags/tag27.xml><?xml version="1.0" encoding="utf-8"?>
<p:tagLst xmlns:a="http://schemas.openxmlformats.org/drawingml/2006/main" xmlns:r="http://schemas.openxmlformats.org/officeDocument/2006/relationships" xmlns:p="http://schemas.openxmlformats.org/presentationml/2006/main">
  <p:tag name="ISLEGEND" val="true"/>
</p:tagLst>
</file>

<file path=ppt/tags/tag28.xml><?xml version="1.0" encoding="utf-8"?>
<p:tagLst xmlns:a="http://schemas.openxmlformats.org/drawingml/2006/main" xmlns:r="http://schemas.openxmlformats.org/officeDocument/2006/relationships" xmlns:p="http://schemas.openxmlformats.org/presentationml/2006/main">
  <p:tag name="ISLEGEND" val="true"/>
</p:tagLst>
</file>

<file path=ppt/tags/tag29.xml><?xml version="1.0" encoding="utf-8"?>
<p:tagLst xmlns:a="http://schemas.openxmlformats.org/drawingml/2006/main" xmlns:r="http://schemas.openxmlformats.org/officeDocument/2006/relationships" xmlns:p="http://schemas.openxmlformats.org/presentationml/2006/main">
  <p:tag name="ISLEGEND" val="true"/>
</p:tagLst>
</file>

<file path=ppt/tags/tag30.xml><?xml version="1.0" encoding="utf-8"?>
<p:tagLst xmlns:a="http://schemas.openxmlformats.org/drawingml/2006/main" xmlns:r="http://schemas.openxmlformats.org/officeDocument/2006/relationships" xmlns:p="http://schemas.openxmlformats.org/presentationml/2006/main">
  <p:tag name="ISLEGEND" val="tru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NUM" val="5"/>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_OCP_CF_AF40470">
  <a:themeElements>
    <a:clrScheme name="Current">
      <a:dk1>
        <a:srgbClr val="000000"/>
      </a:dk1>
      <a:lt1>
        <a:srgbClr val="FFFFFF"/>
      </a:lt1>
      <a:dk2>
        <a:srgbClr val="288E15"/>
      </a:dk2>
      <a:lt2>
        <a:srgbClr val="C0CF3A"/>
      </a:lt2>
      <a:accent1>
        <a:srgbClr val="DBEFD4"/>
      </a:accent1>
      <a:accent2>
        <a:srgbClr val="8AB833"/>
      </a:accent2>
      <a:accent3>
        <a:srgbClr val="549E39"/>
      </a:accent3>
      <a:accent4>
        <a:srgbClr val="288E15"/>
      </a:accent4>
      <a:accent5>
        <a:srgbClr val="FF9933"/>
      </a:accent5>
      <a:accent6>
        <a:srgbClr val="808080"/>
      </a:accent6>
      <a:hlink>
        <a:srgbClr val="549E39"/>
      </a:hlink>
      <a:folHlink>
        <a:srgbClr val="288E15"/>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9525">
          <a:noFill/>
        </a:ln>
      </a:spPr>
      <a:bodyPr rtlCol="0" anchor="ctr"/>
      <a:lstStyle>
        <a:defPPr algn="ctr">
          <a:defRPr sz="16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6"/>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Current">
        <a:dk1>
          <a:srgbClr val="000000"/>
        </a:dk1>
        <a:lt1>
          <a:srgbClr val="FFFFFF"/>
        </a:lt1>
        <a:dk2>
          <a:srgbClr val="288E15"/>
        </a:dk2>
        <a:lt2>
          <a:srgbClr val="C0CF3A"/>
        </a:lt2>
        <a:accent1>
          <a:srgbClr val="DBEFD4"/>
        </a:accent1>
        <a:accent2>
          <a:srgbClr val="8AB833"/>
        </a:accent2>
        <a:accent3>
          <a:srgbClr val="549E39"/>
        </a:accent3>
        <a:accent4>
          <a:srgbClr val="288E15"/>
        </a:accent4>
        <a:accent5>
          <a:srgbClr val="FF9933"/>
        </a:accent5>
        <a:accent6>
          <a:srgbClr val="808080"/>
        </a:accent6>
        <a:hlink>
          <a:srgbClr val="549E39"/>
        </a:hlink>
        <a:folHlink>
          <a:srgbClr val="288E15"/>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CP_CF_AF40470.potx" id="{5CC18704-5D19-4195-9F99-62E429CBE480}" vid="{DE8761D2-AC27-48AD-9853-32F72A71338B}"/>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000000"/>
      </a:lt2>
      <a:accent1>
        <a:srgbClr val="FFFFFF"/>
      </a:accent1>
      <a:accent2>
        <a:srgbClr val="D0D0D0"/>
      </a:accent2>
      <a:accent3>
        <a:srgbClr val="FFFFFF"/>
      </a:accent3>
      <a:accent4>
        <a:srgbClr val="000000"/>
      </a:accent4>
      <a:accent5>
        <a:srgbClr val="FFFFFF"/>
      </a:accent5>
      <a:accent6>
        <a:srgbClr val="BCBCBC"/>
      </a:accent6>
      <a:hlink>
        <a:srgbClr val="909090"/>
      </a:hlink>
      <a:folHlink>
        <a:srgbClr val="00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D1CB7CF766AFC44AA58566BCB8A9DEB" ma:contentTypeVersion="3" ma:contentTypeDescription="Crée un document." ma:contentTypeScope="" ma:versionID="c7ab34e1030ea16ebf4ed3af61ee5a10">
  <xsd:schema xmlns:xsd="http://www.w3.org/2001/XMLSchema" xmlns:xs="http://www.w3.org/2001/XMLSchema" xmlns:p="http://schemas.microsoft.com/office/2006/metadata/properties" xmlns:ns2="24fb18e7-6940-4938-81f3-01f40f9b3880" targetNamespace="http://schemas.microsoft.com/office/2006/metadata/properties" ma:root="true" ma:fieldsID="a5c0927d69bdcdc218ab6e3bdb69e25a" ns2:_="">
    <xsd:import namespace="24fb18e7-6940-4938-81f3-01f40f9b3880"/>
    <xsd:element name="properties">
      <xsd:complexType>
        <xsd:sequence>
          <xsd:element name="documentManagement">
            <xsd:complexType>
              <xsd:all>
                <xsd:element ref="ns2:_dlc_DocId" minOccurs="0"/>
                <xsd:element ref="ns2:_dlc_DocIdUrl" minOccurs="0"/>
                <xsd:element ref="ns2:_dlc_DocIdPersistId" minOccurs="0"/>
                <xsd:element ref="ns2:SharedWithUsers" minOccurs="0"/>
                <xsd:element ref="ns2: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4fb18e7-6940-4938-81f3-01f40f9b3880" elementFormDefault="qualified">
    <xsd:import namespace="http://schemas.microsoft.com/office/2006/documentManagement/types"/>
    <xsd:import namespace="http://schemas.microsoft.com/office/infopath/2007/PartnerControls"/>
    <xsd:element name="_dlc_DocId" ma:index="8" nillable="true" ma:displayName="Valeur d’ID de document" ma:description="Valeur de l’ID de document affecté à cet élément." ma:internalName="_dlc_DocId" ma:readOnly="true">
      <xsd:simpleType>
        <xsd:restriction base="dms:Text"/>
      </xsd:simpleType>
    </xsd:element>
    <xsd:element name="_dlc_DocIdUrl" ma:index="9"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1"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p:properties xmlns:p="http://schemas.microsoft.com/office/2006/metadata/properties" xmlns:xsi="http://www.w3.org/2001/XMLSchema-instance" xmlns:pc="http://schemas.microsoft.com/office/infopath/2007/PartnerControls">
  <documentManagement>
    <_dlc_DocId xmlns="24fb18e7-6940-4938-81f3-01f40f9b3880">WW4C5TVA2UJF-2080460541-122</_dlc_DocId>
    <_dlc_DocIdUrl xmlns="24fb18e7-6940-4938-81f3-01f40f9b3880">
      <Url>https://portailcollaboratif.ocpgroup.ma/sites/auditgroupe/_layouts/15/DocIdRedir.aspx?ID=WW4C5TVA2UJF-2080460541-122</Url>
      <Description>WW4C5TVA2UJF-2080460541-122</Description>
    </_dlc_DocIdUrl>
  </documentManagement>
</p:properties>
</file>

<file path=customXml/itemProps1.xml><?xml version="1.0" encoding="utf-8"?>
<ds:datastoreItem xmlns:ds="http://schemas.openxmlformats.org/officeDocument/2006/customXml" ds:itemID="{7C94F158-19E8-4564-BEFF-478B33A89248}">
  <ds:schemaRefs>
    <ds:schemaRef ds:uri="http://schemas.microsoft.com/sharepoint/v3/contenttype/forms"/>
  </ds:schemaRefs>
</ds:datastoreItem>
</file>

<file path=customXml/itemProps2.xml><?xml version="1.0" encoding="utf-8"?>
<ds:datastoreItem xmlns:ds="http://schemas.openxmlformats.org/officeDocument/2006/customXml" ds:itemID="{1C4651AE-A7EE-4C0E-A6FA-E40231D02FC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4fb18e7-6940-4938-81f3-01f40f9b388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0D7C09E-C18D-4E6B-8CA0-5EBB48417C3E}">
  <ds:schemaRefs>
    <ds:schemaRef ds:uri="http://schemas.microsoft.com/sharepoint/events"/>
  </ds:schemaRefs>
</ds:datastoreItem>
</file>

<file path=customXml/itemProps4.xml><?xml version="1.0" encoding="utf-8"?>
<ds:datastoreItem xmlns:ds="http://schemas.openxmlformats.org/officeDocument/2006/customXml" ds:itemID="{4CD627CA-EEE9-4C96-AE6F-1F5A93199287}">
  <ds:schemaRefs>
    <ds:schemaRef ds:uri="http://schemas.microsoft.com/office/2006/documentManagement/types"/>
    <ds:schemaRef ds:uri="http://schemas.microsoft.com/office/2006/metadata/properties"/>
    <ds:schemaRef ds:uri="http://schemas.microsoft.com/office/infopath/2007/PartnerControls"/>
    <ds:schemaRef ds:uri="http://purl.org/dc/dcmitype/"/>
    <ds:schemaRef ds:uri="http://purl.org/dc/terms/"/>
    <ds:schemaRef ds:uri="http://purl.org/dc/elements/1.1/"/>
    <ds:schemaRef ds:uri="24fb18e7-6940-4938-81f3-01f40f9b3880"/>
    <ds:schemaRef ds:uri="http://www.w3.org/XML/1998/namespace"/>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
  <TotalTime>216190</TotalTime>
  <Words>1379</Words>
  <Application>Microsoft Macintosh PowerPoint</Application>
  <PresentationFormat>On-screen Show (4:3)</PresentationFormat>
  <Paragraphs>237</Paragraphs>
  <Slides>16</Slides>
  <Notes>5</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16</vt:i4>
      </vt:variant>
    </vt:vector>
  </HeadingPairs>
  <TitlesOfParts>
    <vt:vector size="23" baseType="lpstr">
      <vt:lpstr>Arial</vt:lpstr>
      <vt:lpstr>Calibri</vt:lpstr>
      <vt:lpstr>Poppins</vt:lpstr>
      <vt:lpstr>Verdana</vt:lpstr>
      <vt:lpstr>Wingdings</vt:lpstr>
      <vt:lpstr>2_OCP_CF_AF40470</vt:lpstr>
      <vt:lpstr>Diapositive think-cell</vt:lpstr>
      <vt:lpstr>PowerPoint Presentation</vt:lpstr>
      <vt:lpstr>PowerPoint Presentation</vt:lpstr>
      <vt:lpstr>SOMMAIRE</vt:lpstr>
      <vt:lpstr>ABRÉVIATIONS</vt:lpstr>
      <vt:lpstr>PowerPoint Presentation</vt:lpstr>
      <vt:lpstr>EXECUTIVE SUMMARY (1/X)</vt:lpstr>
      <vt:lpstr>EXECUTIVE SUMMARY (2/X)</vt:lpstr>
      <vt:lpstr>EXECUTIVE SUMMARY (3/X)</vt:lpstr>
      <vt:lpstr>EXECUTIVE SUMMARY (4/X)</vt:lpstr>
      <vt:lpstr>EXECUTIVE SUMMARY (5/X)</vt:lpstr>
      <vt:lpstr>PowerPoint Presentation</vt:lpstr>
      <vt:lpstr>CONSTAT N°X : XXXX </vt:lpstr>
      <vt:lpstr>LISTE DES PERSONNES RENCONTRÉES DANS LE CADRE DE LA MISSION D’AUDIT </vt:lpstr>
      <vt:lpstr>COTATION DES RISQUES UTILISÉE (1/2)</vt:lpstr>
      <vt:lpstr>COTATION DES RISQUES UTILISÉE (2/2)</vt:lpstr>
      <vt:lpstr>ANNEXES (RELATIVES À LA MISSION D’AUDIT)  </vt:lpstr>
    </vt:vector>
  </TitlesOfParts>
  <Company>McK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lina.bouaissa@ocpgroup.ma</dc:creator>
  <cp:lastModifiedBy>Sami RIFKY</cp:lastModifiedBy>
  <cp:revision>12704</cp:revision>
  <cp:lastPrinted>2019-12-13T16:59:18Z</cp:lastPrinted>
  <dcterms:created xsi:type="dcterms:W3CDTF">2017-03-02T06:27:31Z</dcterms:created>
  <dcterms:modified xsi:type="dcterms:W3CDTF">2025-03-11T11:12:04Z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Ported">
    <vt:lpwstr>17/12/2012 15:03:46</vt:lpwstr>
  </property>
  <property fmtid="{D5CDD505-2E9C-101B-9397-08002B2CF9AE}" pid="3" name="Delivery Date">
    <vt:lpwstr/>
  </property>
  <property fmtid="{D5CDD505-2E9C-101B-9397-08002B2CF9AE}" pid="4" name="DocID">
    <vt:lpwstr/>
  </property>
  <property fmtid="{D5CDD505-2E9C-101B-9397-08002B2CF9AE}" pid="5" name="DocIDPosition">
    <vt:i4>1</vt:i4>
  </property>
  <property fmtid="{D5CDD505-2E9C-101B-9397-08002B2CF9AE}" pid="6" name="DocIDinSlide">
    <vt:bool>true</vt:bool>
  </property>
  <property fmtid="{D5CDD505-2E9C-101B-9397-08002B2CF9AE}" pid="7" name="DocIDinTitle">
    <vt:bool>true</vt:bool>
  </property>
  <property fmtid="{D5CDD505-2E9C-101B-9397-08002B2CF9AE}" pid="8" name="Event">
    <vt:lpwstr/>
  </property>
  <property fmtid="{D5CDD505-2E9C-101B-9397-08002B2CF9AE}" pid="9" name="Final">
    <vt:bool>true</vt:bool>
  </property>
  <property fmtid="{D5CDD505-2E9C-101B-9397-08002B2CF9AE}" pid="10" name="LastEditedOfficeVersion">
    <vt:lpwstr>Office2010</vt:lpwstr>
  </property>
  <property fmtid="{D5CDD505-2E9C-101B-9397-08002B2CF9AE}" pid="11" name="McKPaperSize">
    <vt:lpwstr>A4</vt:lpwstr>
  </property>
  <property fmtid="{D5CDD505-2E9C-101B-9397-08002B2CF9AE}" pid="12" name="NXPowerLiteLastOptimized">
    <vt:lpwstr>16599854</vt:lpwstr>
  </property>
  <property fmtid="{D5CDD505-2E9C-101B-9397-08002B2CF9AE}" pid="13" name="NXPowerLiteSettings">
    <vt:lpwstr>E7000400038000</vt:lpwstr>
  </property>
  <property fmtid="{D5CDD505-2E9C-101B-9397-08002B2CF9AE}" pid="14" name="NXPowerLiteVersion">
    <vt:lpwstr>D7.0.2</vt:lpwstr>
  </property>
  <property fmtid="{D5CDD505-2E9C-101B-9397-08002B2CF9AE}" pid="15" name="NotesPageLayout">
    <vt:lpwstr>Message</vt:lpwstr>
  </property>
  <property fmtid="{D5CDD505-2E9C-101B-9397-08002B2CF9AE}" pid="16" name="Office2003EditCount">
    <vt:lpwstr>1</vt:lpwstr>
  </property>
  <property fmtid="{D5CDD505-2E9C-101B-9397-08002B2CF9AE}" pid="17" name="Office2010EditCount">
    <vt:lpwstr>1</vt:lpwstr>
  </property>
  <property fmtid="{D5CDD505-2E9C-101B-9397-08002B2CF9AE}" pid="18" name="Office2010WasSaved">
    <vt:lpwstr>1</vt:lpwstr>
  </property>
  <property fmtid="{D5CDD505-2E9C-101B-9397-08002B2CF9AE}" pid="19" name="PortedBy">
    <vt:lpwstr>Karima Benaich</vt:lpwstr>
  </property>
  <property fmtid="{D5CDD505-2E9C-101B-9397-08002B2CF9AE}" pid="20" name="Title">
    <vt:lpwstr>Slide 0</vt:lpwstr>
  </property>
  <property fmtid="{D5CDD505-2E9C-101B-9397-08002B2CF9AE}" pid="21" name="Universal Objects">
    <vt:bool>true</vt:bool>
  </property>
  <property fmtid="{D5CDD505-2E9C-101B-9397-08002B2CF9AE}" pid="22" name="VGCompatibilityCheck Run By">
    <vt:lpwstr>Salik Mansoor MY</vt:lpwstr>
  </property>
  <property fmtid="{D5CDD505-2E9C-101B-9397-08002B2CF9AE}" pid="23" name="VGCompatibilityCheck Run On ">
    <vt:lpwstr>4/21/2015 10:09:52 AM</vt:lpwstr>
  </property>
  <property fmtid="{D5CDD505-2E9C-101B-9397-08002B2CF9AE}" pid="24" name="ContentTypeId">
    <vt:lpwstr>0x010100ED1CB7CF766AFC44AA58566BCB8A9DEB</vt:lpwstr>
  </property>
  <property fmtid="{D5CDD505-2E9C-101B-9397-08002B2CF9AE}" pid="25" name="VGCompatibilityCheck Run On">
    <vt:lpwstr>4/21/2015 10:09:52 AM</vt:lpwstr>
  </property>
  <property fmtid="{D5CDD505-2E9C-101B-9397-08002B2CF9AE}" pid="26" name="_dlc_DocIdItemGuid">
    <vt:lpwstr>bfaf5082-80af-43ab-8cbf-3efaf32fa498</vt:lpwstr>
  </property>
</Properties>
</file>