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842" r:id="rId5"/>
  </p:sldMasterIdLst>
  <p:notesMasterIdLst>
    <p:notesMasterId r:id="rId21"/>
  </p:notesMasterIdLst>
  <p:handoutMasterIdLst>
    <p:handoutMasterId r:id="rId22"/>
  </p:handoutMasterIdLst>
  <p:sldIdLst>
    <p:sldId id="266" r:id="rId6"/>
    <p:sldId id="5801" r:id="rId7"/>
    <p:sldId id="5789" r:id="rId8"/>
    <p:sldId id="5784" r:id="rId9"/>
    <p:sldId id="5785" r:id="rId10"/>
    <p:sldId id="5786" r:id="rId11"/>
    <p:sldId id="5795" r:id="rId12"/>
    <p:sldId id="5790" r:id="rId13"/>
    <p:sldId id="5791" r:id="rId14"/>
    <p:sldId id="5793" r:id="rId15"/>
    <p:sldId id="5794" r:id="rId16"/>
    <p:sldId id="5796" r:id="rId17"/>
    <p:sldId id="5797" r:id="rId18"/>
    <p:sldId id="5800" r:id="rId19"/>
    <p:sldId id="5802" r:id="rId20"/>
  </p:sldIdLst>
  <p:sldSz cx="9144000" cy="6858000" type="screen4x3"/>
  <p:notesSz cx="6188075" cy="9320213"/>
  <p:custDataLst>
    <p:tags r:id="rId23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1pPr>
    <a:lvl2pPr marL="555225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2pPr>
    <a:lvl3pPr marL="1110448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3pPr>
    <a:lvl4pPr marL="1665672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4pPr>
    <a:lvl5pPr marL="2220896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5pPr>
    <a:lvl6pPr marL="2776121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6pPr>
    <a:lvl7pPr marL="3331346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7pPr>
    <a:lvl8pPr marL="3886570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8pPr>
    <a:lvl9pPr marL="4441794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6D0EF45-B90A-4F24-BA35-8C16BB57C988}">
          <p14:sldIdLst>
            <p14:sldId id="266"/>
            <p14:sldId id="5801"/>
            <p14:sldId id="5789"/>
            <p14:sldId id="5784"/>
            <p14:sldId id="5785"/>
            <p14:sldId id="5786"/>
            <p14:sldId id="5795"/>
            <p14:sldId id="5790"/>
            <p14:sldId id="5791"/>
            <p14:sldId id="5793"/>
            <p14:sldId id="5794"/>
            <p14:sldId id="5796"/>
            <p14:sldId id="5797"/>
            <p14:sldId id="5800"/>
            <p14:sldId id="58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43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8" userDrawn="1">
          <p15:clr>
            <a:srgbClr val="A4A3A4"/>
          </p15:clr>
        </p15:guide>
        <p15:guide id="2" pos="195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ijilesh rajan" initials="" lastIdx="4" clrIdx="0"/>
  <p:cmAuthor id="1" name="BELHAJ Kenza" initials="BK" lastIdx="5" clrIdx="1"/>
  <p:cmAuthor id="2" name="GHANIM Ibtissam" initials="GI" lastIdx="3" clrIdx="2">
    <p:extLst>
      <p:ext uri="{19B8F6BF-5375-455C-9EA6-DF929625EA0E}">
        <p15:presenceInfo xmlns:p15="http://schemas.microsoft.com/office/powerpoint/2012/main" userId="S-1-5-21-3126896699-2736327119-1644971827-534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C82"/>
    <a:srgbClr val="007C30"/>
    <a:srgbClr val="207068"/>
    <a:srgbClr val="78BCA5"/>
    <a:srgbClr val="005882"/>
    <a:srgbClr val="A0141C"/>
    <a:srgbClr val="67CEFF"/>
    <a:srgbClr val="6DA8C9"/>
    <a:srgbClr val="FFE699"/>
    <a:srgbClr val="A9D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AAFA6-A697-5A4D-98FF-0851091033DE}" v="2" dt="2025-03-11T11:15:43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96301" autoAdjust="0"/>
  </p:normalViewPr>
  <p:slideViewPr>
    <p:cSldViewPr snapToGrid="0" showGuides="1">
      <p:cViewPr varScale="1">
        <p:scale>
          <a:sx n="113" d="100"/>
          <a:sy n="113" d="100"/>
        </p:scale>
        <p:origin x="2696" y="488"/>
      </p:cViewPr>
      <p:guideLst>
        <p:guide orient="horz" pos="187"/>
        <p:guide pos="4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12568"/>
    </p:cViewPr>
  </p:sorterViewPr>
  <p:notesViewPr>
    <p:cSldViewPr snapToGrid="0" showGuides="1">
      <p:cViewPr varScale="1">
        <p:scale>
          <a:sx n="49" d="100"/>
          <a:sy n="49" d="100"/>
        </p:scale>
        <p:origin x="2839" y="24"/>
      </p:cViewPr>
      <p:guideLst>
        <p:guide orient="horz" pos="2938"/>
        <p:guide pos="195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KY Sami" userId="491c6483-5bb6-4d6b-9dc3-2650a26c7969" providerId="ADAL" clId="{D83AAFA6-A697-5A4D-98FF-0851091033DE}"/>
    <pc:docChg chg="custSel modSld modMainMaster">
      <pc:chgData name="RIFKY Sami" userId="491c6483-5bb6-4d6b-9dc3-2650a26c7969" providerId="ADAL" clId="{D83AAFA6-A697-5A4D-98FF-0851091033DE}" dt="2025-03-11T11:15:55.001" v="6" actId="478"/>
      <pc:docMkLst>
        <pc:docMk/>
      </pc:docMkLst>
      <pc:sldChg chg="addSp delSp modSp mod">
        <pc:chgData name="RIFKY Sami" userId="491c6483-5bb6-4d6b-9dc3-2650a26c7969" providerId="ADAL" clId="{D83AAFA6-A697-5A4D-98FF-0851091033DE}" dt="2025-03-11T11:15:36.627" v="2"/>
        <pc:sldMkLst>
          <pc:docMk/>
          <pc:sldMk cId="841813561" sldId="266"/>
        </pc:sldMkLst>
        <pc:spChg chg="add del mod">
          <ac:chgData name="RIFKY Sami" userId="491c6483-5bb6-4d6b-9dc3-2650a26c7969" providerId="ADAL" clId="{D83AAFA6-A697-5A4D-98FF-0851091033DE}" dt="2025-03-11T11:15:35.894" v="1" actId="478"/>
          <ac:spMkLst>
            <pc:docMk/>
            <pc:sldMk cId="841813561" sldId="266"/>
            <ac:spMk id="3" creationId="{0C2662C0-DCCA-F6EB-F4EB-7B87AE6CE943}"/>
          </ac:spMkLst>
        </pc:spChg>
        <pc:picChg chg="add mod">
          <ac:chgData name="RIFKY Sami" userId="491c6483-5bb6-4d6b-9dc3-2650a26c7969" providerId="ADAL" clId="{D83AAFA6-A697-5A4D-98FF-0851091033DE}" dt="2025-03-11T11:15:36.627" v="2"/>
          <ac:picMkLst>
            <pc:docMk/>
            <pc:sldMk cId="841813561" sldId="266"/>
            <ac:picMk id="4" creationId="{4DF4567A-0523-C3D1-16DB-ACB721DE6736}"/>
          </ac:picMkLst>
        </pc:picChg>
        <pc:picChg chg="del">
          <ac:chgData name="RIFKY Sami" userId="491c6483-5bb6-4d6b-9dc3-2650a26c7969" providerId="ADAL" clId="{D83AAFA6-A697-5A4D-98FF-0851091033DE}" dt="2025-03-11T11:15:34.651" v="0" actId="478"/>
          <ac:picMkLst>
            <pc:docMk/>
            <pc:sldMk cId="841813561" sldId="266"/>
            <ac:picMk id="11" creationId="{88319283-F6F1-FE58-7077-FD4A6D62FBEE}"/>
          </ac:picMkLst>
        </pc:picChg>
      </pc:sldChg>
      <pc:sldChg chg="addSp delSp modSp mod">
        <pc:chgData name="RIFKY Sami" userId="491c6483-5bb6-4d6b-9dc3-2650a26c7969" providerId="ADAL" clId="{D83AAFA6-A697-5A4D-98FF-0851091033DE}" dt="2025-03-11T11:15:43.617" v="5"/>
        <pc:sldMkLst>
          <pc:docMk/>
          <pc:sldMk cId="538549955" sldId="5802"/>
        </pc:sldMkLst>
        <pc:spChg chg="add del mod">
          <ac:chgData name="RIFKY Sami" userId="491c6483-5bb6-4d6b-9dc3-2650a26c7969" providerId="ADAL" clId="{D83AAFA6-A697-5A4D-98FF-0851091033DE}" dt="2025-03-11T11:15:42.953" v="4" actId="478"/>
          <ac:spMkLst>
            <pc:docMk/>
            <pc:sldMk cId="538549955" sldId="5802"/>
            <ac:spMk id="4" creationId="{9D211E62-D6FF-5A87-6728-A3016BBC8A1C}"/>
          </ac:spMkLst>
        </pc:spChg>
        <pc:picChg chg="add mod">
          <ac:chgData name="RIFKY Sami" userId="491c6483-5bb6-4d6b-9dc3-2650a26c7969" providerId="ADAL" clId="{D83AAFA6-A697-5A4D-98FF-0851091033DE}" dt="2025-03-11T11:15:43.617" v="5"/>
          <ac:picMkLst>
            <pc:docMk/>
            <pc:sldMk cId="538549955" sldId="5802"/>
            <ac:picMk id="5" creationId="{943D67F2-79E2-B790-B3B5-9B9871E1B7E1}"/>
          </ac:picMkLst>
        </pc:picChg>
        <pc:picChg chg="del">
          <ac:chgData name="RIFKY Sami" userId="491c6483-5bb6-4d6b-9dc3-2650a26c7969" providerId="ADAL" clId="{D83AAFA6-A697-5A4D-98FF-0851091033DE}" dt="2025-03-11T11:15:41.342" v="3" actId="478"/>
          <ac:picMkLst>
            <pc:docMk/>
            <pc:sldMk cId="538549955" sldId="5802"/>
            <ac:picMk id="11" creationId="{88319283-F6F1-FE58-7077-FD4A6D62FBEE}"/>
          </ac:picMkLst>
        </pc:picChg>
      </pc:sldChg>
      <pc:sldMasterChg chg="modSldLayout">
        <pc:chgData name="RIFKY Sami" userId="491c6483-5bb6-4d6b-9dc3-2650a26c7969" providerId="ADAL" clId="{D83AAFA6-A697-5A4D-98FF-0851091033DE}" dt="2025-03-11T11:15:55.001" v="6" actId="478"/>
        <pc:sldMasterMkLst>
          <pc:docMk/>
          <pc:sldMasterMk cId="1144752724" sldId="2147483842"/>
        </pc:sldMasterMkLst>
        <pc:sldLayoutChg chg="delSp mod">
          <pc:chgData name="RIFKY Sami" userId="491c6483-5bb6-4d6b-9dc3-2650a26c7969" providerId="ADAL" clId="{D83AAFA6-A697-5A4D-98FF-0851091033DE}" dt="2025-03-11T11:15:55.001" v="6" actId="478"/>
          <pc:sldLayoutMkLst>
            <pc:docMk/>
            <pc:sldMasterMk cId="1144752724" sldId="2147483842"/>
            <pc:sldLayoutMk cId="2268930388" sldId="2147483843"/>
          </pc:sldLayoutMkLst>
          <pc:picChg chg="del">
            <ac:chgData name="RIFKY Sami" userId="491c6483-5bb6-4d6b-9dc3-2650a26c7969" providerId="ADAL" clId="{D83AAFA6-A697-5A4D-98FF-0851091033DE}" dt="2025-03-11T11:15:55.001" v="6" actId="478"/>
            <ac:picMkLst>
              <pc:docMk/>
              <pc:sldMasterMk cId="1144752724" sldId="2147483842"/>
              <pc:sldLayoutMk cId="2268930388" sldId="2147483843"/>
              <ac:picMk id="11" creationId="{00000000-0000-0000-0000-00000000000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4921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gray">
          <a:xfrm>
            <a:off x="365125" y="585788"/>
            <a:ext cx="5467350" cy="4100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693649" y="5007692"/>
            <a:ext cx="4810613" cy="1494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gray">
          <a:xfrm>
            <a:off x="5169221" y="8911025"/>
            <a:ext cx="335028" cy="224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4470">
              <a:buClrTx/>
              <a:defRPr/>
            </a:lvl1pPr>
          </a:lstStyle>
          <a:p>
            <a:fld id="{80804ED8-C392-434F-B63E-FAC66BA1092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gray">
          <a:xfrm>
            <a:off x="5244578" y="111592"/>
            <a:ext cx="25968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4470">
              <a:buClrTx/>
              <a:defRPr sz="700"/>
            </a:lvl1pPr>
          </a:lstStyle>
          <a:p>
            <a:r>
              <a:rPr lang="en-US" dirty="0"/>
              <a:t>Doc Id</a:t>
            </a:r>
          </a:p>
        </p:txBody>
      </p:sp>
    </p:spTree>
    <p:extLst>
      <p:ext uri="{BB962C8B-B14F-4D97-AF65-F5344CB8AC3E}">
        <p14:creationId xmlns:p14="http://schemas.microsoft.com/office/powerpoint/2010/main" val="39602832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087314" rtl="0" fontAlgn="base">
      <a:spcBef>
        <a:spcPct val="0"/>
      </a:spcBef>
      <a:spcAft>
        <a:spcPct val="0"/>
      </a:spcAft>
      <a:buClr>
        <a:schemeClr val="tx2"/>
      </a:buClr>
      <a:defRPr sz="1943" kern="1200">
        <a:solidFill>
          <a:schemeClr val="tx1"/>
        </a:solidFill>
        <a:latin typeface="Arial" charset="0"/>
        <a:ea typeface="+mn-ea"/>
        <a:cs typeface="+mn-cs"/>
      </a:defRPr>
    </a:lvl1pPr>
    <a:lvl2pPr marL="142662" indent="-140735" algn="l" defTabSz="1087314" rtl="0" fontAlgn="base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943" kern="1200">
        <a:solidFill>
          <a:schemeClr val="tx1"/>
        </a:solidFill>
        <a:latin typeface="Arial" charset="0"/>
        <a:ea typeface="+mn-ea"/>
        <a:cs typeface="+mn-cs"/>
      </a:defRPr>
    </a:lvl2pPr>
    <a:lvl3pPr marL="364366" indent="-219776" algn="l" defTabSz="1087314" rtl="0" fontAlgn="base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943" kern="1200">
        <a:solidFill>
          <a:schemeClr val="tx1"/>
        </a:solidFill>
        <a:latin typeface="Arial" charset="0"/>
        <a:ea typeface="+mn-ea"/>
        <a:cs typeface="+mn-cs"/>
      </a:defRPr>
    </a:lvl3pPr>
    <a:lvl4pPr marL="518595" indent="-152302" algn="l" defTabSz="1087314" rtl="0" fontAlgn="base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943" kern="1200">
        <a:solidFill>
          <a:schemeClr val="tx1"/>
        </a:solidFill>
        <a:latin typeface="Arial" charset="0"/>
        <a:ea typeface="+mn-ea"/>
        <a:cs typeface="+mn-cs"/>
      </a:defRPr>
    </a:lvl4pPr>
    <a:lvl5pPr marL="659329" indent="-138806" algn="l" defTabSz="1087314" rtl="0" fontAlgn="base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943" kern="1200">
        <a:solidFill>
          <a:schemeClr val="tx1"/>
        </a:solidFill>
        <a:latin typeface="Arial" charset="0"/>
        <a:ea typeface="+mn-ea"/>
        <a:cs typeface="+mn-cs"/>
      </a:defRPr>
    </a:lvl5pPr>
    <a:lvl6pPr marL="2776121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6pPr>
    <a:lvl7pPr marL="3331346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7pPr>
    <a:lvl8pPr marL="3886570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8pPr>
    <a:lvl9pPr marL="4441794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93649" y="5007693"/>
            <a:ext cx="4810613" cy="298993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019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681586"/>
              </p:ext>
            </p:extLst>
          </p:nvPr>
        </p:nvGraphicFramePr>
        <p:xfrm>
          <a:off x="1622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70" imgH="270" progId="TCLayout.ActiveDocument.1">
                  <p:embed/>
                </p:oleObj>
              </mc:Choice>
              <mc:Fallback>
                <p:oleObj name="Diapositive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2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king Draft Text" hidden="1"/>
          <p:cNvSpPr txBox="1">
            <a:spLocks noChangeArrowheads="1"/>
          </p:cNvSpPr>
          <p:nvPr userDrawn="1"/>
        </p:nvSpPr>
        <p:spPr bwMode="auto">
          <a:xfrm>
            <a:off x="286769" y="270781"/>
            <a:ext cx="780663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705" b="1" dirty="0">
                <a:solidFill>
                  <a:srgbClr val="FFFFFF"/>
                </a:solidFill>
                <a:latin typeface="Arial"/>
              </a:rPr>
              <a:t>WORKING DRAFT</a:t>
            </a:r>
          </a:p>
        </p:txBody>
      </p:sp>
      <p:sp>
        <p:nvSpPr>
          <p:cNvPr id="6" name="Working Draft" hidden="1"/>
          <p:cNvSpPr txBox="1">
            <a:spLocks noChangeArrowheads="1"/>
          </p:cNvSpPr>
          <p:nvPr userDrawn="1"/>
        </p:nvSpPr>
        <p:spPr bwMode="auto">
          <a:xfrm>
            <a:off x="286769" y="396387"/>
            <a:ext cx="2215350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GB" sz="705" dirty="0">
                <a:solidFill>
                  <a:srgbClr val="FFFFFF"/>
                </a:solidFill>
                <a:latin typeface="Arial"/>
              </a:rPr>
              <a:t>Last Modified 18/01/2019 23:40 Arabian Standard Time</a:t>
            </a:r>
            <a:endParaRPr lang="en-US" sz="705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rinted" hidden="1"/>
          <p:cNvSpPr txBox="1">
            <a:spLocks noChangeArrowheads="1"/>
          </p:cNvSpPr>
          <p:nvPr userDrawn="1"/>
        </p:nvSpPr>
        <p:spPr bwMode="auto">
          <a:xfrm>
            <a:off x="286761" y="522002"/>
            <a:ext cx="286938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705" dirty="0">
                <a:solidFill>
                  <a:srgbClr val="FFFFFF"/>
                </a:solidFill>
                <a:latin typeface="Arial"/>
              </a:rPr>
              <a:t>Printed</a:t>
            </a:r>
          </a:p>
        </p:txBody>
      </p:sp>
      <p:sp>
        <p:nvSpPr>
          <p:cNvPr id="57" name="Document type" hidden="1"/>
          <p:cNvSpPr txBox="1">
            <a:spLocks noChangeArrowheads="1"/>
          </p:cNvSpPr>
          <p:nvPr userDrawn="1"/>
        </p:nvSpPr>
        <p:spPr bwMode="auto">
          <a:xfrm>
            <a:off x="286769" y="6490093"/>
            <a:ext cx="3660967" cy="19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1236" dirty="0">
                <a:solidFill>
                  <a:srgbClr val="FFFFFF"/>
                </a:solidFill>
                <a:latin typeface="Arial"/>
              </a:rPr>
              <a:t>Document type | Date</a:t>
            </a:r>
          </a:p>
        </p:txBody>
      </p:sp>
      <p:sp>
        <p:nvSpPr>
          <p:cNvPr id="19" name="Freeform 20"/>
          <p:cNvSpPr/>
          <p:nvPr userDrawn="1"/>
        </p:nvSpPr>
        <p:spPr bwMode="ltGray">
          <a:xfrm rot="10800000" flipH="1">
            <a:off x="-20320" y="-27100"/>
            <a:ext cx="5811520" cy="6885095"/>
          </a:xfrm>
          <a:custGeom>
            <a:avLst/>
            <a:gdLst>
              <a:gd name="connsiteX0" fmla="*/ 74 w 7772638"/>
              <a:gd name="connsiteY0" fmla="*/ 0 h 6866616"/>
              <a:gd name="connsiteX1" fmla="*/ 7772638 w 7772638"/>
              <a:gd name="connsiteY1" fmla="*/ 0 h 6866616"/>
              <a:gd name="connsiteX2" fmla="*/ 3789766 w 7772638"/>
              <a:gd name="connsiteY2" fmla="*/ 6866616 h 6866616"/>
              <a:gd name="connsiteX3" fmla="*/ 0 w 7772638"/>
              <a:gd name="connsiteY3" fmla="*/ 6866616 h 6866616"/>
              <a:gd name="connsiteX4" fmla="*/ 0 w 7772638"/>
              <a:gd name="connsiteY4" fmla="*/ 6863442 h 6866616"/>
              <a:gd name="connsiteX5" fmla="*/ 0 w 7772638"/>
              <a:gd name="connsiteY5" fmla="*/ 1 h 6866616"/>
              <a:gd name="connsiteX6" fmla="*/ 74 w 7772638"/>
              <a:gd name="connsiteY6" fmla="*/ 0 h 6866616"/>
              <a:gd name="connsiteX0" fmla="*/ 74 w 7772638"/>
              <a:gd name="connsiteY0" fmla="*/ 0 h 6866616"/>
              <a:gd name="connsiteX1" fmla="*/ 7772638 w 7772638"/>
              <a:gd name="connsiteY1" fmla="*/ 0 h 6866616"/>
              <a:gd name="connsiteX2" fmla="*/ 2793275 w 7772638"/>
              <a:gd name="connsiteY2" fmla="*/ 6826033 h 6866616"/>
              <a:gd name="connsiteX3" fmla="*/ 0 w 7772638"/>
              <a:gd name="connsiteY3" fmla="*/ 6866616 h 6866616"/>
              <a:gd name="connsiteX4" fmla="*/ 0 w 7772638"/>
              <a:gd name="connsiteY4" fmla="*/ 6863442 h 6866616"/>
              <a:gd name="connsiteX5" fmla="*/ 0 w 7772638"/>
              <a:gd name="connsiteY5" fmla="*/ 1 h 6866616"/>
              <a:gd name="connsiteX6" fmla="*/ 74 w 7772638"/>
              <a:gd name="connsiteY6" fmla="*/ 0 h 6866616"/>
              <a:gd name="connsiteX0" fmla="*/ 74 w 7772638"/>
              <a:gd name="connsiteY0" fmla="*/ 0 h 6876763"/>
              <a:gd name="connsiteX1" fmla="*/ 7772638 w 7772638"/>
              <a:gd name="connsiteY1" fmla="*/ 0 h 6876763"/>
              <a:gd name="connsiteX2" fmla="*/ 2677017 w 7772638"/>
              <a:gd name="connsiteY2" fmla="*/ 6876763 h 6876763"/>
              <a:gd name="connsiteX3" fmla="*/ 0 w 7772638"/>
              <a:gd name="connsiteY3" fmla="*/ 6866616 h 6876763"/>
              <a:gd name="connsiteX4" fmla="*/ 0 w 7772638"/>
              <a:gd name="connsiteY4" fmla="*/ 6863442 h 6876763"/>
              <a:gd name="connsiteX5" fmla="*/ 0 w 7772638"/>
              <a:gd name="connsiteY5" fmla="*/ 1 h 6876763"/>
              <a:gd name="connsiteX6" fmla="*/ 74 w 7772638"/>
              <a:gd name="connsiteY6" fmla="*/ 0 h 6876763"/>
              <a:gd name="connsiteX0" fmla="*/ 74 w 7772638"/>
              <a:gd name="connsiteY0" fmla="*/ 0 h 6866616"/>
              <a:gd name="connsiteX1" fmla="*/ 7772638 w 7772638"/>
              <a:gd name="connsiteY1" fmla="*/ 0 h 6866616"/>
              <a:gd name="connsiteX2" fmla="*/ 3706726 w 7772638"/>
              <a:gd name="connsiteY2" fmla="*/ 6856471 h 6866616"/>
              <a:gd name="connsiteX3" fmla="*/ 0 w 7772638"/>
              <a:gd name="connsiteY3" fmla="*/ 6866616 h 6866616"/>
              <a:gd name="connsiteX4" fmla="*/ 0 w 7772638"/>
              <a:gd name="connsiteY4" fmla="*/ 6863442 h 6866616"/>
              <a:gd name="connsiteX5" fmla="*/ 0 w 7772638"/>
              <a:gd name="connsiteY5" fmla="*/ 1 h 6866616"/>
              <a:gd name="connsiteX6" fmla="*/ 74 w 7772638"/>
              <a:gd name="connsiteY6" fmla="*/ 0 h 686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72638" h="6866616">
                <a:moveTo>
                  <a:pt x="74" y="0"/>
                </a:moveTo>
                <a:lnTo>
                  <a:pt x="7772638" y="0"/>
                </a:lnTo>
                <a:lnTo>
                  <a:pt x="3706726" y="6856471"/>
                </a:lnTo>
                <a:lnTo>
                  <a:pt x="0" y="6866616"/>
                </a:lnTo>
                <a:lnTo>
                  <a:pt x="0" y="6863442"/>
                </a:lnTo>
                <a:lnTo>
                  <a:pt x="0" y="1"/>
                </a:lnTo>
                <a:cubicBezTo>
                  <a:pt x="25" y="1"/>
                  <a:pt x="49" y="0"/>
                  <a:pt x="74" y="0"/>
                </a:cubicBezTo>
                <a:close/>
              </a:path>
            </a:pathLst>
          </a:custGeom>
          <a:solidFill>
            <a:srgbClr val="F3F7E5">
              <a:alpha val="7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1600" tIns="101600" rIns="101600" bIns="101600" numCol="1" rtlCol="0" anchor="ctr" anchorCtr="0" compatLnSpc="1">
            <a:prstTxWarp prst="textNoShape">
              <a:avLst/>
            </a:prstTxWarp>
          </a:bodyPr>
          <a:lstStyle/>
          <a:p>
            <a:pPr algn="l" defTabSz="1193711"/>
            <a:endParaRPr lang="en-US" sz="1733" dirty="0">
              <a:solidFill>
                <a:schemeClr val="bg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4A82422-3FF4-E701-B60A-6638FDD951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38805" y="206204"/>
            <a:ext cx="548933" cy="45971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26893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BB3C272-F2DD-4A2C-B3AF-8BFE635D5F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578262"/>
              </p:ext>
            </p:extLst>
          </p:nvPr>
        </p:nvGraphicFramePr>
        <p:xfrm>
          <a:off x="1445" y="1401"/>
          <a:ext cx="1443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47" imgH="346" progId="TCLayout.ActiveDocument.1">
                  <p:embed/>
                </p:oleObj>
              </mc:Choice>
              <mc:Fallback>
                <p:oleObj name="Diapositive think-cell" r:id="rId3" imgW="347" imgH="34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BB3C272-F2DD-4A2C-B3AF-8BFE635D5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5" y="1401"/>
                        <a:ext cx="1443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5102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9" userDrawn="1">
          <p15:clr>
            <a:srgbClr val="F26B43"/>
          </p15:clr>
        </p15:guide>
        <p15:guide id="2" pos="83" userDrawn="1">
          <p15:clr>
            <a:srgbClr val="F26B43"/>
          </p15:clr>
        </p15:guide>
        <p15:guide id="3" orient="horz" pos="880" userDrawn="1">
          <p15:clr>
            <a:srgbClr val="F26B43"/>
          </p15:clr>
        </p15:guide>
        <p15:guide id="4" orient="horz" pos="6029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 object 16">
            <a:extLst>
              <a:ext uri="{FF2B5EF4-FFF2-40B4-BE49-F238E27FC236}">
                <a16:creationId xmlns:a16="http://schemas.microsoft.com/office/drawing/2014/main" id="{DD69C2CF-C332-422A-0DC7-8B67964D4DC8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3263"/>
            <a:ext cx="9144000" cy="6861263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B05A460-420E-41F6-34BD-D031B3008E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22848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174A338-390F-8C9F-2CA4-F2E5430371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99828" y="940923"/>
            <a:ext cx="4262558" cy="4981717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72E52-9ED1-1CAA-A91E-86B79D59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20" y="5730996"/>
            <a:ext cx="1821852" cy="1065296"/>
          </a:xfrm>
          <a:prstGeom prst="rect">
            <a:avLst/>
          </a:prstGeom>
        </p:spPr>
      </p:pic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E2C3EC9-A00F-4A6D-6EF6-D0D4E9C38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320" y="933626"/>
            <a:ext cx="3707161" cy="5747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Cover title here</a:t>
            </a:r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173BC59-F725-F71C-E72C-C4482141E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805" y="316137"/>
            <a:ext cx="443114" cy="1298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ct val="100000"/>
              </a:lnSpc>
              <a:defRPr sz="548" baseline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505A8754-982B-6E4C-8D66-EA42001D7A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2566792-91A2-F4DD-E9EE-C3118D94BAD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36162" y="1572027"/>
            <a:ext cx="3706318" cy="2563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91">
                <a:solidFill>
                  <a:schemeClr val="bg1"/>
                </a:solidFill>
              </a:defRPr>
            </a:lvl1pPr>
            <a:lvl2pPr marL="340303" indent="0">
              <a:buNone/>
              <a:defRPr sz="1042"/>
            </a:lvl2pPr>
            <a:lvl3pPr marL="680607" indent="0">
              <a:buNone/>
              <a:defRPr sz="893"/>
            </a:lvl3pPr>
            <a:lvl4pPr marL="1020909" indent="0">
              <a:buNone/>
              <a:defRPr sz="744"/>
            </a:lvl4pPr>
            <a:lvl5pPr marL="1361213" indent="0">
              <a:buNone/>
              <a:defRPr sz="744"/>
            </a:lvl5pPr>
            <a:lvl6pPr marL="1701516" indent="0">
              <a:buNone/>
              <a:defRPr sz="744"/>
            </a:lvl6pPr>
            <a:lvl7pPr marL="2041819" indent="0">
              <a:buNone/>
              <a:defRPr sz="744"/>
            </a:lvl7pPr>
            <a:lvl8pPr marL="2382122" indent="0">
              <a:buNone/>
              <a:defRPr sz="744"/>
            </a:lvl8pPr>
            <a:lvl9pPr marL="2722425" indent="0">
              <a:buNone/>
              <a:defRPr sz="74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0982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8.xml"/><Relationship Id="rId34" Type="http://schemas.openxmlformats.org/officeDocument/2006/relationships/oleObject" Target="../embeddings/oleObject1.bin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0" Type="http://schemas.openxmlformats.org/officeDocument/2006/relationships/tags" Target="../tags/tag17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image" Target="../media/image2.png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image" Target="../media/image1.emf"/><Relationship Id="rId8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745427183"/>
              </p:ext>
            </p:extLst>
          </p:nvPr>
        </p:nvGraphicFramePr>
        <p:xfrm>
          <a:off x="0" y="11"/>
          <a:ext cx="161984" cy="1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4" imgW="270" imgH="270" progId="TCLayout.ActiveDocument.1">
                  <p:embed/>
                </p:oleObj>
              </mc:Choice>
              <mc:Fallback>
                <p:oleObj name="Diapositive think-cell" r:id="rId3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0" y="11"/>
                        <a:ext cx="161984" cy="1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6"/>
            </p:custDataLst>
          </p:nvPr>
        </p:nvSpPr>
        <p:spPr bwMode="auto">
          <a:xfrm>
            <a:off x="0" y="11"/>
            <a:ext cx="161984" cy="16197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>
              <a:buClrTx/>
            </a:pPr>
            <a:endParaRPr lang="en-US" sz="1765" dirty="0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8228749" y="1986403"/>
            <a:ext cx="1687963" cy="8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GB" sz="529" dirty="0">
                <a:solidFill>
                  <a:srgbClr val="808080"/>
                </a:solidFill>
                <a:latin typeface="Arial"/>
              </a:rPr>
              <a:t>Last Modified 18/01/2019 23:40 Arabian Standard Time</a:t>
            </a:r>
            <a:endParaRPr lang="en-US" sz="1412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8964523" y="4204385"/>
            <a:ext cx="216406" cy="8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529" dirty="0">
                <a:solidFill>
                  <a:srgbClr val="808080"/>
                </a:solidFill>
                <a:latin typeface="Arial"/>
              </a:rPr>
              <a:t>Printed</a:t>
            </a:r>
            <a:endParaRPr lang="en-US" sz="1412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64" name="1. On-page tracker" hidden="1">
            <a:extLst>
              <a:ext uri="{FF2B5EF4-FFF2-40B4-BE49-F238E27FC236}">
                <a16:creationId xmlns:a16="http://schemas.microsoft.com/office/drawing/2014/main" id="{C8E6BAE1-1ACB-4851-BC13-8EFC7640B655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74944" y="40265"/>
            <a:ext cx="434414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>
              <a:buClrTx/>
            </a:pPr>
            <a:r>
              <a:rPr lang="en-US" sz="705" cap="all" dirty="0">
                <a:solidFill>
                  <a:srgbClr val="808080"/>
                </a:solidFill>
                <a:latin typeface="Arial"/>
              </a:rPr>
              <a:t>Tracker</a:t>
            </a:r>
          </a:p>
        </p:txBody>
      </p:sp>
      <p:sp>
        <p:nvSpPr>
          <p:cNvPr id="65" name="3. Unit of measure" hidden="1">
            <a:extLst>
              <a:ext uri="{FF2B5EF4-FFF2-40B4-BE49-F238E27FC236}">
                <a16:creationId xmlns:a16="http://schemas.microsoft.com/office/drawing/2014/main" id="{A26708E0-8EF2-4235-A0FA-8BE69BB3B6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74945" y="533927"/>
            <a:ext cx="8794115" cy="217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ClrTx/>
              <a:defRPr/>
            </a:pPr>
            <a:r>
              <a:rPr lang="en-US" sz="1412" dirty="0">
                <a:solidFill>
                  <a:srgbClr val="808080"/>
                </a:solidFill>
                <a:latin typeface="Arial"/>
              </a:rPr>
              <a:t>Subtitle</a:t>
            </a:r>
          </a:p>
        </p:txBody>
      </p:sp>
      <p:sp>
        <p:nvSpPr>
          <p:cNvPr id="67" name="4. Footnote" hidden="1">
            <a:extLst>
              <a:ext uri="{FF2B5EF4-FFF2-40B4-BE49-F238E27FC236}">
                <a16:creationId xmlns:a16="http://schemas.microsoft.com/office/drawing/2014/main" id="{1A11D768-2B06-4AC2-84A4-3B902D25F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9" y="6497233"/>
            <a:ext cx="7721433" cy="109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no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78437" indent="-78437" algn="l">
              <a:buClrTx/>
              <a:defRPr/>
            </a:pPr>
            <a:r>
              <a:rPr lang="en-US" sz="705" dirty="0">
                <a:solidFill>
                  <a:srgbClr val="808080"/>
                </a:solidFill>
                <a:latin typeface="Arial"/>
              </a:rPr>
              <a:t>1 Footnote</a:t>
            </a:r>
          </a:p>
        </p:txBody>
      </p:sp>
      <p:sp>
        <p:nvSpPr>
          <p:cNvPr id="68" name="5. Source" hidden="1">
            <a:extLst>
              <a:ext uri="{FF2B5EF4-FFF2-40B4-BE49-F238E27FC236}">
                <a16:creationId xmlns:a16="http://schemas.microsoft.com/office/drawing/2014/main" id="{F0709AFC-9756-4567-B119-1996FF2B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9" y="6648529"/>
            <a:ext cx="7721433" cy="109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noAutofit/>
          </a:bodyPr>
          <a:lstStyle/>
          <a:p>
            <a:pPr marL="336162" indent="-336162" algn="l" defTabSz="789980">
              <a:buClrTx/>
              <a:tabLst>
                <a:tab pos="336162" algn="l"/>
              </a:tabLst>
            </a:pPr>
            <a:r>
              <a:rPr lang="en-US" sz="705" dirty="0">
                <a:solidFill>
                  <a:srgbClr val="808080"/>
                </a:solidFill>
                <a:latin typeface="Arial"/>
              </a:rPr>
              <a:t>Source: Source</a:t>
            </a:r>
          </a:p>
        </p:txBody>
      </p:sp>
      <p:grpSp>
        <p:nvGrpSpPr>
          <p:cNvPr id="69" name="ACET" hidden="1">
            <a:extLst>
              <a:ext uri="{FF2B5EF4-FFF2-40B4-BE49-F238E27FC236}">
                <a16:creationId xmlns:a16="http://schemas.microsoft.com/office/drawing/2014/main" id="{7E6A62C2-379C-4ADC-82C0-30B9556848F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320513" y="1652920"/>
            <a:ext cx="3876387" cy="448235"/>
            <a:chOff x="915" y="710"/>
            <a:chExt cx="2686" cy="320"/>
          </a:xfrm>
        </p:grpSpPr>
        <p:cxnSp>
          <p:nvCxnSpPr>
            <p:cNvPr id="70" name="AutoShape 249">
              <a:extLst>
                <a:ext uri="{FF2B5EF4-FFF2-40B4-BE49-F238E27FC236}">
                  <a16:creationId xmlns:a16="http://schemas.microsoft.com/office/drawing/2014/main" id="{3E210AE7-BF19-463F-94E6-31C964B7DC56}"/>
                </a:ext>
              </a:extLst>
            </p:cNvPr>
            <p:cNvCxnSpPr>
              <a:cxnSpLocks noChangeShapeType="1"/>
              <a:stCxn id="71" idx="4"/>
              <a:endCxn id="71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" name="AutoShape 250">
              <a:extLst>
                <a:ext uri="{FF2B5EF4-FFF2-40B4-BE49-F238E27FC236}">
                  <a16:creationId xmlns:a16="http://schemas.microsoft.com/office/drawing/2014/main" id="{EF5C6248-3B26-465A-831E-FC0289002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noAutofit/>
            </a:bodyPr>
            <a:lstStyle/>
            <a:p>
              <a:pPr algn="l">
                <a:buClrTx/>
              </a:pPr>
              <a:r>
                <a:rPr lang="en-US" sz="1412" b="1" dirty="0">
                  <a:solidFill>
                    <a:srgbClr val="000000"/>
                  </a:solidFill>
                  <a:latin typeface="Arial"/>
                </a:rPr>
                <a:t>Title</a:t>
              </a:r>
            </a:p>
            <a:p>
              <a:pPr algn="l">
                <a:buClrTx/>
              </a:pPr>
              <a:r>
                <a:rPr lang="en-US" sz="1412" dirty="0">
                  <a:solidFill>
                    <a:srgbClr val="808080"/>
                  </a:solidFill>
                  <a:latin typeface="Arial"/>
                </a:rPr>
                <a:t>Unit of measure</a:t>
              </a:r>
            </a:p>
          </p:txBody>
        </p:sp>
      </p:grpSp>
      <p:grpSp>
        <p:nvGrpSpPr>
          <p:cNvPr id="72" name="Sticker" hidden="1">
            <a:extLst>
              <a:ext uri="{FF2B5EF4-FFF2-40B4-BE49-F238E27FC236}">
                <a16:creationId xmlns:a16="http://schemas.microsoft.com/office/drawing/2014/main" id="{9552BC30-8810-4B19-AE33-07AC02CA453F}"/>
              </a:ext>
            </a:extLst>
          </p:cNvPr>
          <p:cNvGrpSpPr/>
          <p:nvPr userDrawn="1"/>
        </p:nvGrpSpPr>
        <p:grpSpPr bwMode="auto">
          <a:xfrm>
            <a:off x="8547024" y="239958"/>
            <a:ext cx="422039" cy="136191"/>
            <a:chOff x="8276533" y="285750"/>
            <a:chExt cx="464242" cy="154349"/>
          </a:xfrm>
        </p:grpSpPr>
        <p:sp>
          <p:nvSpPr>
            <p:cNvPr id="73" name="StickerRectangle">
              <a:extLst>
                <a:ext uri="{FF2B5EF4-FFF2-40B4-BE49-F238E27FC236}">
                  <a16:creationId xmlns:a16="http://schemas.microsoft.com/office/drawing/2014/main" id="{7E5BAD30-7656-4C00-808C-1B85E39E5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6533" y="285750"/>
              <a:ext cx="464242" cy="154349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789980">
                <a:buClr>
                  <a:srgbClr val="002960"/>
                </a:buClr>
              </a:pPr>
              <a:r>
                <a:rPr lang="en-US" sz="705" dirty="0">
                  <a:solidFill>
                    <a:srgbClr val="808080"/>
                  </a:solidFill>
                  <a:latin typeface="Arial"/>
                </a:rPr>
                <a:t>STICKER</a:t>
              </a:r>
            </a:p>
          </p:txBody>
        </p:sp>
        <p:cxnSp>
          <p:nvCxnSpPr>
            <p:cNvPr id="74" name="AutoShape 31">
              <a:extLst>
                <a:ext uri="{FF2B5EF4-FFF2-40B4-BE49-F238E27FC236}">
                  <a16:creationId xmlns:a16="http://schemas.microsoft.com/office/drawing/2014/main" id="{1FD0CF60-84FA-42D4-85E7-583FCD2772AB}"/>
                </a:ext>
              </a:extLst>
            </p:cNvPr>
            <p:cNvCxnSpPr>
              <a:cxnSpLocks noChangeShapeType="1"/>
              <a:stCxn id="73" idx="2"/>
              <a:endCxn id="73" idx="4"/>
            </p:cNvCxnSpPr>
            <p:nvPr/>
          </p:nvCxnSpPr>
          <p:spPr bwMode="auto">
            <a:xfrm>
              <a:off x="8276533" y="285750"/>
              <a:ext cx="0" cy="154349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AutoShape 32">
              <a:extLst>
                <a:ext uri="{FF2B5EF4-FFF2-40B4-BE49-F238E27FC236}">
                  <a16:creationId xmlns:a16="http://schemas.microsoft.com/office/drawing/2014/main" id="{FFB95E0A-231F-4299-AEDB-F99D64DD5DEE}"/>
                </a:ext>
              </a:extLst>
            </p:cNvPr>
            <p:cNvCxnSpPr>
              <a:cxnSpLocks noChangeShapeType="1"/>
              <a:stCxn id="73" idx="4"/>
              <a:endCxn id="73" idx="6"/>
            </p:cNvCxnSpPr>
            <p:nvPr/>
          </p:nvCxnSpPr>
          <p:spPr bwMode="auto">
            <a:xfrm>
              <a:off x="8276533" y="440099"/>
              <a:ext cx="464242" cy="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6" name="LegendLines" hidden="1">
            <a:extLst>
              <a:ext uri="{FF2B5EF4-FFF2-40B4-BE49-F238E27FC236}">
                <a16:creationId xmlns:a16="http://schemas.microsoft.com/office/drawing/2014/main" id="{77E8E7D4-3282-4561-A28F-E255C6F58627}"/>
              </a:ext>
            </a:extLst>
          </p:cNvPr>
          <p:cNvGrpSpPr/>
          <p:nvPr userDrawn="1"/>
        </p:nvGrpSpPr>
        <p:grpSpPr bwMode="auto">
          <a:xfrm>
            <a:off x="7994761" y="239959"/>
            <a:ext cx="962935" cy="644977"/>
            <a:chOff x="7607284" y="279400"/>
            <a:chExt cx="1059226" cy="730972"/>
          </a:xfrm>
        </p:grpSpPr>
        <p:sp>
          <p:nvSpPr>
            <p:cNvPr id="77" name="LineLegend1">
              <a:extLst>
                <a:ext uri="{FF2B5EF4-FFF2-40B4-BE49-F238E27FC236}">
                  <a16:creationId xmlns:a16="http://schemas.microsoft.com/office/drawing/2014/main" id="{9AEB8548-1A44-4CF5-8473-014C2B9C7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7284" y="387122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LineLegend2">
              <a:extLst>
                <a:ext uri="{FF2B5EF4-FFF2-40B4-BE49-F238E27FC236}">
                  <a16:creationId xmlns:a16="http://schemas.microsoft.com/office/drawing/2014/main" id="{80688407-B471-4709-B67B-9EB8ABA84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7284" y="653822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LineLegend3">
              <a:extLst>
                <a:ext uri="{FF2B5EF4-FFF2-40B4-BE49-F238E27FC236}">
                  <a16:creationId xmlns:a16="http://schemas.microsoft.com/office/drawing/2014/main" id="{4944804A-F296-4905-9FCA-A2E6C3FAA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7284" y="933223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Legend1">
              <a:extLst>
                <a:ext uri="{FF2B5EF4-FFF2-40B4-BE49-F238E27FC236}">
                  <a16:creationId xmlns:a16="http://schemas.microsoft.com/office/drawing/2014/main" id="{C42B45C1-A1E3-4F49-A3AF-954ED819A187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169259" y="279400"/>
              <a:ext cx="497251" cy="184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1" name="Legend2">
              <a:extLst>
                <a:ext uri="{FF2B5EF4-FFF2-40B4-BE49-F238E27FC236}">
                  <a16:creationId xmlns:a16="http://schemas.microsoft.com/office/drawing/2014/main" id="{297C18E8-6250-41A6-92EB-64B93050D98A}"/>
                </a:ext>
              </a:extLst>
            </p:cNvPr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169259" y="546100"/>
              <a:ext cx="497251" cy="184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2" name="Legend3">
              <a:extLst>
                <a:ext uri="{FF2B5EF4-FFF2-40B4-BE49-F238E27FC236}">
                  <a16:creationId xmlns:a16="http://schemas.microsoft.com/office/drawing/2014/main" id="{BCEBC633-1324-4070-8000-AADB33B86B9A}"/>
                </a:ext>
              </a:extLst>
            </p:cNvPr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169259" y="825501"/>
              <a:ext cx="497251" cy="184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grpSp>
        <p:nvGrpSpPr>
          <p:cNvPr id="83" name="LegendBoxes" hidden="1">
            <a:extLst>
              <a:ext uri="{FF2B5EF4-FFF2-40B4-BE49-F238E27FC236}">
                <a16:creationId xmlns:a16="http://schemas.microsoft.com/office/drawing/2014/main" id="{7D9D7CBE-3455-4FC3-B992-4A35879906A8}"/>
              </a:ext>
            </a:extLst>
          </p:cNvPr>
          <p:cNvGrpSpPr/>
          <p:nvPr userDrawn="1"/>
        </p:nvGrpSpPr>
        <p:grpSpPr bwMode="auto">
          <a:xfrm>
            <a:off x="8274725" y="239960"/>
            <a:ext cx="682956" cy="882964"/>
            <a:chOff x="5894005" y="919828"/>
            <a:chExt cx="751252" cy="1000692"/>
          </a:xfrm>
        </p:grpSpPr>
        <p:sp>
          <p:nvSpPr>
            <p:cNvPr id="84" name="RectangleLegend1">
              <a:extLst>
                <a:ext uri="{FF2B5EF4-FFF2-40B4-BE49-F238E27FC236}">
                  <a16:creationId xmlns:a16="http://schemas.microsoft.com/office/drawing/2014/main" id="{2C7AECD8-A6C8-4F11-9748-7EE886616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947381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RectangleLegend2">
              <a:extLst>
                <a:ext uri="{FF2B5EF4-FFF2-40B4-BE49-F238E27FC236}">
                  <a16:creationId xmlns:a16="http://schemas.microsoft.com/office/drawing/2014/main" id="{A9D46DF5-8B57-47C7-9E7F-41635C221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1217256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RectangleLegend3">
              <a:extLst>
                <a:ext uri="{FF2B5EF4-FFF2-40B4-BE49-F238E27FC236}">
                  <a16:creationId xmlns:a16="http://schemas.microsoft.com/office/drawing/2014/main" id="{4041DB7F-7F8A-431E-8ECB-FB7B53E1F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1488719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RectangleLegend4">
              <a:extLst>
                <a:ext uri="{FF2B5EF4-FFF2-40B4-BE49-F238E27FC236}">
                  <a16:creationId xmlns:a16="http://schemas.microsoft.com/office/drawing/2014/main" id="{C83F59A0-EB52-42CB-82A6-FA077CA35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1760182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Legend1">
              <a:extLst>
                <a:ext uri="{FF2B5EF4-FFF2-40B4-BE49-F238E27FC236}">
                  <a16:creationId xmlns:a16="http://schemas.microsoft.com/office/drawing/2014/main" id="{B0F80A74-882C-4429-AAFB-7BBBE4C90B13}"/>
                </a:ext>
              </a:extLst>
            </p:cNvPr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148005" y="919828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9" name="Legend2">
              <a:extLst>
                <a:ext uri="{FF2B5EF4-FFF2-40B4-BE49-F238E27FC236}">
                  <a16:creationId xmlns:a16="http://schemas.microsoft.com/office/drawing/2014/main" id="{A90023B7-BCFF-45B0-A4DE-0568B696A231}"/>
                </a:ext>
              </a:extLst>
            </p:cNvPr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148005" y="1189703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0" name="Legend3">
              <a:extLst>
                <a:ext uri="{FF2B5EF4-FFF2-40B4-BE49-F238E27FC236}">
                  <a16:creationId xmlns:a16="http://schemas.microsoft.com/office/drawing/2014/main" id="{230F0973-BCAB-4EAD-8048-62234E3E70B8}"/>
                </a:ext>
              </a:extLst>
            </p:cNvPr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148005" y="1461167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1" name="Legend4">
              <a:extLst>
                <a:ext uri="{FF2B5EF4-FFF2-40B4-BE49-F238E27FC236}">
                  <a16:creationId xmlns:a16="http://schemas.microsoft.com/office/drawing/2014/main" id="{AAF9EE8A-A791-4D0F-A137-EEFB91D79AEE}"/>
                </a:ext>
              </a:extLst>
            </p:cNvPr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148005" y="1732629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grpSp>
        <p:nvGrpSpPr>
          <p:cNvPr id="92" name="LegendMoons" hidden="1">
            <a:extLst>
              <a:ext uri="{FF2B5EF4-FFF2-40B4-BE49-F238E27FC236}">
                <a16:creationId xmlns:a16="http://schemas.microsoft.com/office/drawing/2014/main" id="{C371E22B-6E8D-4456-A44C-BEE71A2B1558}"/>
              </a:ext>
            </a:extLst>
          </p:cNvPr>
          <p:cNvGrpSpPr/>
          <p:nvPr userDrawn="1"/>
        </p:nvGrpSpPr>
        <p:grpSpPr bwMode="auto">
          <a:xfrm>
            <a:off x="8214129" y="239970"/>
            <a:ext cx="743571" cy="1159463"/>
            <a:chOff x="5894005" y="2695123"/>
            <a:chExt cx="817928" cy="1314057"/>
          </a:xfrm>
        </p:grpSpPr>
        <p:grpSp>
          <p:nvGrpSpPr>
            <p:cNvPr id="93" name="MoonLegend1">
              <a:extLst>
                <a:ext uri="{FF2B5EF4-FFF2-40B4-BE49-F238E27FC236}">
                  <a16:creationId xmlns:a16="http://schemas.microsoft.com/office/drawing/2014/main" id="{A75B3EC5-5BCC-4DDE-8D58-2AF17E5D7CB4}"/>
                </a:ext>
              </a:extLst>
            </p:cNvPr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 bwMode="auto">
            <a:xfrm>
              <a:off x="5894005" y="2695123"/>
              <a:ext cx="209550" cy="209551"/>
              <a:chOff x="4533" y="183"/>
              <a:chExt cx="144" cy="144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4067BD0-9CF5-4A09-ADC1-FDA330D9FE76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Arc 144">
                <a:extLst>
                  <a:ext uri="{FF2B5EF4-FFF2-40B4-BE49-F238E27FC236}">
                    <a16:creationId xmlns:a16="http://schemas.microsoft.com/office/drawing/2014/main" id="{2A7C4BDD-29C4-429F-A953-561964188149}"/>
                  </a:ext>
                </a:extLst>
              </p:cNvPr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4" name="MoonLegend2">
              <a:extLst>
                <a:ext uri="{FF2B5EF4-FFF2-40B4-BE49-F238E27FC236}">
                  <a16:creationId xmlns:a16="http://schemas.microsoft.com/office/drawing/2014/main" id="{D737C384-E7BF-444D-BBFC-D87E2EB2F3DE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5894005" y="2977103"/>
              <a:ext cx="209550" cy="209551"/>
              <a:chOff x="1694" y="2051"/>
              <a:chExt cx="160" cy="160"/>
            </a:xfrm>
          </p:grpSpPr>
          <p:sp>
            <p:nvSpPr>
              <p:cNvPr id="142" name="Oval 41">
                <a:extLst>
                  <a:ext uri="{FF2B5EF4-FFF2-40B4-BE49-F238E27FC236}">
                    <a16:creationId xmlns:a16="http://schemas.microsoft.com/office/drawing/2014/main" id="{1590D02C-2961-41CB-A644-2911BD7FA473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51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" name="Arc 42">
                <a:extLst>
                  <a:ext uri="{FF2B5EF4-FFF2-40B4-BE49-F238E27FC236}">
                    <a16:creationId xmlns:a16="http://schemas.microsoft.com/office/drawing/2014/main" id="{B9B0EB47-5733-4DB3-9CC3-91B5FB2D53FA}"/>
                  </a:ext>
                </a:extLst>
              </p:cNvPr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94" y="2051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5" name="MoonLegend4">
              <a:extLst>
                <a:ext uri="{FF2B5EF4-FFF2-40B4-BE49-F238E27FC236}">
                  <a16:creationId xmlns:a16="http://schemas.microsoft.com/office/drawing/2014/main" id="{3DF23F8D-F57D-4D7F-A7F8-110E0037BB55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5894005" y="3524395"/>
              <a:ext cx="209550" cy="209551"/>
              <a:chOff x="4495" y="1204"/>
              <a:chExt cx="160" cy="160"/>
            </a:xfrm>
          </p:grpSpPr>
          <p:sp>
            <p:nvSpPr>
              <p:cNvPr id="140" name="Oval 47">
                <a:extLst>
                  <a:ext uri="{FF2B5EF4-FFF2-40B4-BE49-F238E27FC236}">
                    <a16:creationId xmlns:a16="http://schemas.microsoft.com/office/drawing/2014/main" id="{1CD93E94-5751-4A47-A9CF-032517763DD4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495" y="120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" name="Arc 48">
                <a:extLst>
                  <a:ext uri="{FF2B5EF4-FFF2-40B4-BE49-F238E27FC236}">
                    <a16:creationId xmlns:a16="http://schemas.microsoft.com/office/drawing/2014/main" id="{EA526D30-F7DE-4606-9DAD-9E18162C7A84}"/>
                  </a:ext>
                </a:extLst>
              </p:cNvPr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495" y="120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6" name="MoonLegend5">
              <a:extLst>
                <a:ext uri="{FF2B5EF4-FFF2-40B4-BE49-F238E27FC236}">
                  <a16:creationId xmlns:a16="http://schemas.microsoft.com/office/drawing/2014/main" id="{370B9283-836F-4B7F-AFC3-894FFE7DB16B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5894005" y="3799629"/>
              <a:ext cx="209550" cy="209551"/>
              <a:chOff x="4495" y="1447"/>
              <a:chExt cx="160" cy="160"/>
            </a:xfrm>
          </p:grpSpPr>
          <p:sp>
            <p:nvSpPr>
              <p:cNvPr id="138" name="Oval 50">
                <a:extLst>
                  <a:ext uri="{FF2B5EF4-FFF2-40B4-BE49-F238E27FC236}">
                    <a16:creationId xmlns:a16="http://schemas.microsoft.com/office/drawing/2014/main" id="{D541B174-1705-458C-82D7-B217571491B2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447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9" name="Oval 51">
                <a:extLst>
                  <a:ext uri="{FF2B5EF4-FFF2-40B4-BE49-F238E27FC236}">
                    <a16:creationId xmlns:a16="http://schemas.microsoft.com/office/drawing/2014/main" id="{B477A8B4-8518-4751-A70E-FB0AB1012F1E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447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7" name="MoonLegend3">
              <a:extLst>
                <a:ext uri="{FF2B5EF4-FFF2-40B4-BE49-F238E27FC236}">
                  <a16:creationId xmlns:a16="http://schemas.microsoft.com/office/drawing/2014/main" id="{CD534214-26B7-4A14-9865-E60F04E904A1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5894005" y="3251543"/>
              <a:ext cx="209550" cy="209551"/>
              <a:chOff x="4495" y="1205"/>
              <a:chExt cx="160" cy="160"/>
            </a:xfrm>
          </p:grpSpPr>
          <p:sp>
            <p:nvSpPr>
              <p:cNvPr id="136" name="Oval 47">
                <a:extLst>
                  <a:ext uri="{FF2B5EF4-FFF2-40B4-BE49-F238E27FC236}">
                    <a16:creationId xmlns:a16="http://schemas.microsoft.com/office/drawing/2014/main" id="{A1F86996-6B93-4A85-BDF1-D7F1336067A6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205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" name="Arc 48">
                <a:extLst>
                  <a:ext uri="{FF2B5EF4-FFF2-40B4-BE49-F238E27FC236}">
                    <a16:creationId xmlns:a16="http://schemas.microsoft.com/office/drawing/2014/main" id="{3DFD609A-9ECE-405D-812A-208C7D34D5BC}"/>
                  </a:ext>
                </a:extLst>
              </p:cNvPr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205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8" name="Legend1">
              <a:extLst>
                <a:ext uri="{FF2B5EF4-FFF2-40B4-BE49-F238E27FC236}">
                  <a16:creationId xmlns:a16="http://schemas.microsoft.com/office/drawing/2014/main" id="{399AFD0A-D5D9-4F87-BAAA-44BE7B0403D9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14681" y="2696542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9" name="Legend2">
              <a:extLst>
                <a:ext uri="{FF2B5EF4-FFF2-40B4-BE49-F238E27FC236}">
                  <a16:creationId xmlns:a16="http://schemas.microsoft.com/office/drawing/2014/main" id="{CF11D078-C314-4A06-A5AA-7E866DBB796B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214680" y="2974156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133" name="Legend3">
              <a:extLst>
                <a:ext uri="{FF2B5EF4-FFF2-40B4-BE49-F238E27FC236}">
                  <a16:creationId xmlns:a16="http://schemas.microsoft.com/office/drawing/2014/main" id="{8DDE1FE6-D3BF-4EF1-AE53-4E5D3FC6BA09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214680" y="3248596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134" name="Legend4">
              <a:extLst>
                <a:ext uri="{FF2B5EF4-FFF2-40B4-BE49-F238E27FC236}">
                  <a16:creationId xmlns:a16="http://schemas.microsoft.com/office/drawing/2014/main" id="{907EDFCE-267C-44F2-98CB-517DF6A75D4C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214680" y="3521448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135" name="Legend5">
              <a:extLst>
                <a:ext uri="{FF2B5EF4-FFF2-40B4-BE49-F238E27FC236}">
                  <a16:creationId xmlns:a16="http://schemas.microsoft.com/office/drawing/2014/main" id="{84381763-BCAE-45E9-9FDC-82AEDE1F7891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214680" y="3796682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sp>
        <p:nvSpPr>
          <p:cNvPr id="59" name="Espace réservé du numéro de diapositive 5"/>
          <p:cNvSpPr txBox="1">
            <a:spLocks/>
          </p:cNvSpPr>
          <p:nvPr userDrawn="1"/>
        </p:nvSpPr>
        <p:spPr>
          <a:xfrm>
            <a:off x="234360" y="6406122"/>
            <a:ext cx="619127" cy="427567"/>
          </a:xfrm>
          <a:prstGeom prst="rect">
            <a:avLst/>
          </a:prstGeom>
        </p:spPr>
        <p:txBody>
          <a:bodyPr anchor="ctr"/>
          <a:lstStyle>
            <a:lvl1pPr algn="ctr">
              <a:defRPr sz="1100">
                <a:solidFill>
                  <a:srgbClr val="006637"/>
                </a:solidFill>
                <a:latin typeface="Arial Narrow" pitchFamily="34" charset="0"/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fld id="{0A4FE457-65FD-4C47-9C1A-47705C329920}" type="slidenum">
              <a:rPr lang="fr-FR" sz="933" b="1" kern="1200" smtClean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fr-FR" sz="933" b="1" kern="1200" dirty="0">
              <a:solidFill>
                <a:srgbClr val="007C3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ZoneTexte 59"/>
          <p:cNvSpPr txBox="1"/>
          <p:nvPr userDrawn="1"/>
        </p:nvSpPr>
        <p:spPr>
          <a:xfrm>
            <a:off x="625153" y="6439046"/>
            <a:ext cx="7378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baseline="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DU XXXX </a:t>
            </a:r>
          </a:p>
          <a:p>
            <a:pPr marL="0" marR="0" indent="0" algn="l" defTabSz="121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i="1" baseline="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RÉUNION D’OUVERTURE – JJ/MM/20XX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D92ABCD-CFE5-CDCB-FCDC-F86029C31F78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8369013" y="6368465"/>
            <a:ext cx="548933" cy="32059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4475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</p:sldLayoutIdLst>
  <p:hf hdr="0" ftr="0" dt="0"/>
  <p:txStyles>
    <p:titleStyle>
      <a:lvl1pPr algn="l" defTabSz="789980" rtl="0" eaLnBrk="1" fontAlgn="base" hangingPunct="1">
        <a:spcBef>
          <a:spcPct val="0"/>
        </a:spcBef>
        <a:spcAft>
          <a:spcPct val="0"/>
        </a:spcAft>
        <a:tabLst>
          <a:tab pos="238114" algn="l"/>
        </a:tabLst>
        <a:defRPr sz="19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2pPr>
      <a:lvl3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3pPr>
      <a:lvl4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4pPr>
      <a:lvl5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5pPr>
      <a:lvl6pPr marL="403391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6pPr>
      <a:lvl7pPr marL="806786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7pPr>
      <a:lvl8pPr marL="1210179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8pPr>
      <a:lvl9pPr marL="1613573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9pPr>
    </p:titleStyle>
    <p:bodyStyle>
      <a:lvl1pPr marL="0" indent="0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sz="1412" baseline="0">
          <a:solidFill>
            <a:schemeClr val="tx1"/>
          </a:solidFill>
          <a:latin typeface="+mn-lt"/>
          <a:ea typeface="+mn-ea"/>
          <a:cs typeface="+mn-cs"/>
        </a:defRPr>
      </a:lvl1pPr>
      <a:lvl2pPr marL="170880" indent="-169482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412" baseline="0">
          <a:solidFill>
            <a:schemeClr val="tx1"/>
          </a:solidFill>
          <a:latin typeface="+mn-lt"/>
        </a:defRPr>
      </a:lvl2pPr>
      <a:lvl3pPr marL="403391" indent="-231112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412" baseline="0">
          <a:solidFill>
            <a:schemeClr val="tx1"/>
          </a:solidFill>
          <a:latin typeface="+mn-lt"/>
        </a:defRPr>
      </a:lvl3pPr>
      <a:lvl4pPr marL="542060" indent="-13726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412" baseline="0">
          <a:solidFill>
            <a:schemeClr val="tx1"/>
          </a:solidFill>
          <a:latin typeface="+mn-lt"/>
        </a:defRPr>
      </a:lvl4pPr>
      <a:lvl5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5pPr>
      <a:lvl6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6pPr>
      <a:lvl7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7pPr>
      <a:lvl8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8pPr>
      <a:lvl9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1pPr>
      <a:lvl2pPr marL="403391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06786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3pPr>
      <a:lvl4pPr marL="1210179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613573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016966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420357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2823751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227143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23" userDrawn="1">
          <p15:clr>
            <a:srgbClr val="F26B43"/>
          </p15:clr>
        </p15:guide>
        <p15:guide id="2" pos="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hyperlink" Target="file:///C:/Users/lina.bouaissa/Desktop/OCP/Charte%20d'audit%20interne/Fran&#231;ais/Charte%20d'Audit%20Interne%20publi&#233;e%20le%20121217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tags" Target="../tags/tag53.xml"/><Relationship Id="rId26" Type="http://schemas.openxmlformats.org/officeDocument/2006/relationships/oleObject" Target="../embeddings/oleObject3.bin"/><Relationship Id="rId3" Type="http://schemas.openxmlformats.org/officeDocument/2006/relationships/tags" Target="../tags/tag38.xml"/><Relationship Id="rId21" Type="http://schemas.openxmlformats.org/officeDocument/2006/relationships/tags" Target="../tags/tag56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tags" Target="../tags/tag55.xml"/><Relationship Id="rId29" Type="http://schemas.openxmlformats.org/officeDocument/2006/relationships/image" Target="../media/image17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24" Type="http://schemas.openxmlformats.org/officeDocument/2006/relationships/tags" Target="../tags/tag59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23" Type="http://schemas.openxmlformats.org/officeDocument/2006/relationships/tags" Target="../tags/tag58.xml"/><Relationship Id="rId28" Type="http://schemas.openxmlformats.org/officeDocument/2006/relationships/slide" Target="slide14.xml"/><Relationship Id="rId10" Type="http://schemas.openxmlformats.org/officeDocument/2006/relationships/tags" Target="../tags/tag45.xml"/><Relationship Id="rId19" Type="http://schemas.openxmlformats.org/officeDocument/2006/relationships/tags" Target="../tags/tag54.xml"/><Relationship Id="rId31" Type="http://schemas.microsoft.com/office/2007/relationships/hdphoto" Target="../media/hdphoto1.wdp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Relationship Id="rId22" Type="http://schemas.openxmlformats.org/officeDocument/2006/relationships/tags" Target="../tags/tag57.xml"/><Relationship Id="rId27" Type="http://schemas.openxmlformats.org/officeDocument/2006/relationships/image" Target="../media/image9.emf"/><Relationship Id="rId30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5309-8FA7-6FE6-A158-CC9D8D8C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 descr="A aerial view of a field&#10;&#10;Description automatically generated">
            <a:extLst>
              <a:ext uri="{FF2B5EF4-FFF2-40B4-BE49-F238E27FC236}">
                <a16:creationId xmlns:a16="http://schemas.microsoft.com/office/drawing/2014/main" id="{C69D8FD1-AB92-2509-3541-64625C80CD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9421" r="9421"/>
          <a:stretch>
            <a:fillRect/>
          </a:stretch>
        </p:blipFill>
        <p:spPr>
          <a:xfrm>
            <a:off x="0" y="0"/>
            <a:ext cx="6228480" cy="6857999"/>
          </a:xfr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31063A22-8B56-0221-7D52-E526BD228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3374" y="6129519"/>
            <a:ext cx="1821852" cy="792964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ECC118D-EC39-2DB1-0C7D-A7B66422BCB0}"/>
              </a:ext>
            </a:extLst>
          </p:cNvPr>
          <p:cNvSpPr txBox="1">
            <a:spLocks/>
          </p:cNvSpPr>
          <p:nvPr/>
        </p:nvSpPr>
        <p:spPr bwMode="gray">
          <a:xfrm>
            <a:off x="164249" y="2850210"/>
            <a:ext cx="4059408" cy="275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16429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832857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249285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665714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082143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498572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915000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331429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buClrTx/>
            </a:pPr>
            <a:r>
              <a:rPr lang="fr-F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INTERNE DE XXXXXXXXXXXXXXXX</a:t>
            </a: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r>
              <a:rPr lang="fr-FR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RÉF : SGR/MAI/XX/20XX</a:t>
            </a: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r>
              <a:rPr lang="fr-F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RÉUNION D’OUVERTURE</a:t>
            </a:r>
          </a:p>
          <a:p>
            <a:pPr algn="l">
              <a:buClrTx/>
            </a:pPr>
            <a:endParaRPr lang="fr-FR" sz="1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r>
              <a:rPr lang="en-US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GROUPE</a:t>
            </a:r>
          </a:p>
        </p:txBody>
      </p:sp>
      <p:sp>
        <p:nvSpPr>
          <p:cNvPr id="14" name="Document type">
            <a:extLst>
              <a:ext uri="{FF2B5EF4-FFF2-40B4-BE49-F238E27FC236}">
                <a16:creationId xmlns:a16="http://schemas.microsoft.com/office/drawing/2014/main" id="{06DD9C0E-7A19-6CD3-9263-0017029FB63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251" y="5890678"/>
            <a:ext cx="31574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16429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832857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249285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665714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082143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498572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915000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331429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buClr>
                <a:srgbClr val="298F16"/>
              </a:buClr>
            </a:pPr>
            <a:r>
              <a:rPr lang="en-US" sz="1100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Date : JJ/MM/20XX</a:t>
            </a:r>
          </a:p>
          <a:p>
            <a:pPr algn="l">
              <a:buClr>
                <a:srgbClr val="298F16"/>
              </a:buClr>
            </a:pPr>
            <a:r>
              <a:rPr lang="en-US" sz="1100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Lieu : XXXXXX</a:t>
            </a:r>
            <a:endParaRPr lang="fr-FR" sz="1100" kern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 descr="A close-up of a green leaf&#10;&#10;AI-generated content may be incorrect.">
            <a:extLst>
              <a:ext uri="{FF2B5EF4-FFF2-40B4-BE49-F238E27FC236}">
                <a16:creationId xmlns:a16="http://schemas.microsoft.com/office/drawing/2014/main" id="{4DF4567A-0523-C3D1-16DB-ACB721DE6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81" y="1422400"/>
            <a:ext cx="45720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1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sp>
        <p:nvSpPr>
          <p:cNvPr id="25" name="Espace réservé du texte 7"/>
          <p:cNvSpPr txBox="1">
            <a:spLocks/>
          </p:cNvSpPr>
          <p:nvPr/>
        </p:nvSpPr>
        <p:spPr>
          <a:xfrm>
            <a:off x="558431" y="1024949"/>
            <a:ext cx="8027139" cy="4808103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PRÉSENTATION DE L’AUDIT INTERNE ET DU DÉROULEMENT D’UNE MISSION D’AUDIT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CONTEXTE ET OBJECTIFS DE LA MISSION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RAPPEL : PRÉSENTATION DU PROJET / PROCESSUS XXXXX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PÉRIMÈTRE DE LA MISSION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LISTE DES INTERLOCUTEURS CONTACTÉS LORS DE LA PRÉPARATION DE LA MISSION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PRINCIPAUX POINTS D’ATTENTION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CALENDRIER PRÉVISIONNEL DE LA MISSION D’AUDIT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PLANNING PRÉVISIONNEL DES PROCHAINS ENTRETIENS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DOCUMENTS MANQUANTS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fr-FR" sz="1200" kern="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Rectangle à coins arrondis 25"/>
          <p:cNvSpPr/>
          <p:nvPr/>
        </p:nvSpPr>
        <p:spPr>
          <a:xfrm>
            <a:off x="6478358" y="2247077"/>
            <a:ext cx="1172859" cy="24817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Verdana" panose="020B0604030504040204" pitchFamily="34" charset="0"/>
                <a:ea typeface="Verdana" panose="020B0604030504040204" pitchFamily="34" charset="0"/>
              </a:rPr>
              <a:t>Si applicable</a:t>
            </a:r>
          </a:p>
        </p:txBody>
      </p:sp>
      <p:sp>
        <p:nvSpPr>
          <p:cNvPr id="28" name="Rectangle à coins arrondis 27"/>
          <p:cNvSpPr/>
          <p:nvPr/>
        </p:nvSpPr>
        <p:spPr>
          <a:xfrm>
            <a:off x="3456291" y="5431413"/>
            <a:ext cx="1172859" cy="24817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Verdana" panose="020B0604030504040204" pitchFamily="34" charset="0"/>
                <a:ea typeface="Verdana" panose="020B0604030504040204" pitchFamily="34" charset="0"/>
              </a:rPr>
              <a:t>Si applicable</a:t>
            </a:r>
          </a:p>
        </p:txBody>
      </p:sp>
    </p:spTree>
    <p:extLst>
      <p:ext uri="{BB962C8B-B14F-4D97-AF65-F5344CB8AC3E}">
        <p14:creationId xmlns:p14="http://schemas.microsoft.com/office/powerpoint/2010/main" val="201777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2144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92" imgH="595" progId="TCLayout.ActiveDocument.1">
                  <p:embed/>
                </p:oleObj>
              </mc:Choice>
              <mc:Fallback>
                <p:oleObj name="Diapositive think-cell" r:id="rId3" imgW="592" imgH="595" progId="TCLayout.ActiveDocument.1">
                  <p:embed/>
                  <p:pic>
                    <p:nvPicPr>
                      <p:cNvPr id="6" name="Obje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DE L’AUDIT INTERNE ET DU DÉROULEMENT D’UNE MISSION D’AUDIT (1/3)</a:t>
            </a:r>
          </a:p>
        </p:txBody>
      </p:sp>
      <p:sp>
        <p:nvSpPr>
          <p:cNvPr id="3" name="Espace réservé du texte 7"/>
          <p:cNvSpPr txBox="1">
            <a:spLocks/>
          </p:cNvSpPr>
          <p:nvPr/>
        </p:nvSpPr>
        <p:spPr>
          <a:xfrm>
            <a:off x="229355" y="772537"/>
            <a:ext cx="8711992" cy="3596264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DÉFINITION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L’audit interne est une activité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indépendante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 et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objective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 qui donne à une organisation une assurance sur le degré de maîtrise de ses opérations, lui apporte ses conseils pour les améliorer, et contribue à créer de la valeur ajoutée.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Il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aide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 cette organisation à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atteindre ses objectifs 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en évaluant, par une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approche systématique 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et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méthodique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, ses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processus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 de management des risques, de contrôle, et de gouvernement d'entreprise, et en faisant des </a:t>
            </a:r>
            <a:r>
              <a:rPr lang="fr-FR" sz="1200" b="1" i="1" kern="0" dirty="0">
                <a:latin typeface="Verdana" panose="020B0604030504040204" pitchFamily="34" charset="0"/>
                <a:ea typeface="Verdana" panose="020B0604030504040204" pitchFamily="34" charset="0"/>
              </a:rPr>
              <a:t>propositions </a:t>
            </a: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pour renforcer leur efficacité.</a:t>
            </a:r>
            <a:endParaRPr lang="fr-FR" sz="900" i="1" kern="0" dirty="0">
              <a:solidFill>
                <a:srgbClr val="6DA8C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 algn="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75000"/>
              <a:buNone/>
              <a:defRPr/>
            </a:pPr>
            <a:r>
              <a:rPr lang="fr-FR" sz="900" i="1" kern="0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Définition approuvée le 21 mars 2000 par le Conseil d'Administration de l'IFACI*.</a:t>
            </a:r>
          </a:p>
          <a:p>
            <a:pPr marL="457200" lvl="1" indent="0" algn="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75000"/>
              <a:buNone/>
              <a:defRPr/>
            </a:pPr>
            <a:r>
              <a:rPr lang="fr-FR" sz="900" i="1" kern="0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Traduction de la définition internationale approuvée par l'IIA le 29 juin 1999.</a:t>
            </a:r>
            <a:endParaRPr lang="fr-FR" sz="900" kern="0" dirty="0">
              <a:solidFill>
                <a:srgbClr val="00588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fr-FR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MISSION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i="1" kern="0" dirty="0">
                <a:latin typeface="Verdana" panose="020B0604030504040204" pitchFamily="34" charset="0"/>
                <a:ea typeface="Verdana" panose="020B0604030504040204" pitchFamily="34" charset="0"/>
              </a:rPr>
              <a:t>Accroître et préserver la valeur de l’organisation en donnant avec objectivité une assurance, des conseils et des points de vue fondés sur une approche par les risques</a:t>
            </a:r>
          </a:p>
          <a:p>
            <a:pPr marL="0" lvl="1" indent="0" algn="r">
              <a:spcBef>
                <a:spcPts val="0"/>
              </a:spcBef>
              <a:spcAft>
                <a:spcPts val="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900" i="1" kern="0" dirty="0">
                <a:solidFill>
                  <a:srgbClr val="6DA8C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                                                                       </a:t>
            </a:r>
            <a:r>
              <a:rPr lang="fr-FR" sz="900" i="1" kern="0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Telle que définie au niveau de l’International Professional Practices Framework </a:t>
            </a:r>
          </a:p>
          <a:p>
            <a:pPr marL="0" lvl="1" indent="0">
              <a:spcBef>
                <a:spcPts val="0"/>
              </a:spcBef>
              <a:spcAft>
                <a:spcPts val="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900" i="1" kern="0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						           (IPPF) publié par l’Institute of </a:t>
            </a:r>
            <a:r>
              <a:rPr lang="fr-FR" sz="900" i="1" kern="0" dirty="0" err="1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Internal</a:t>
            </a:r>
            <a:r>
              <a:rPr lang="fr-FR" sz="900" i="1" kern="0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900" i="1" kern="0" dirty="0" err="1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Auditors</a:t>
            </a:r>
            <a:r>
              <a:rPr lang="fr-FR" sz="900" i="1" kern="0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juillet 2015)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9353" y="6143150"/>
            <a:ext cx="28969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fr-FR" sz="800" i="1" kern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Institut Français de l’Audit et du Contrôle Internes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877" y="5042672"/>
            <a:ext cx="1152470" cy="3758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9354" y="4368801"/>
            <a:ext cx="720838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CERTIFICATION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L’entité Audit Groupe est certifiée conforme aux Normes Internationales pour la pratique professionnelle de l’audit interne par l’IFACI* depuis 2013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Cette certification a été renouvelée en 2016, 2021 et en 2024 et fait l’objet d’audits de suivi annuels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La Direction Audit Groupe est certifiée conforme aux exigences du Référentiel Professionnel de l’Audit Interne (RPAI) 2020.</a:t>
            </a:r>
            <a:endParaRPr lang="fr-FR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4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t 1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9935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92" imgH="595" progId="TCLayout.ActiveDocument.1">
                  <p:embed/>
                </p:oleObj>
              </mc:Choice>
              <mc:Fallback>
                <p:oleObj name="Diapositive think-cell" r:id="rId3" imgW="592" imgH="595" progId="TCLayout.ActiveDocument.1">
                  <p:embed/>
                  <p:pic>
                    <p:nvPicPr>
                      <p:cNvPr id="19" name="Objet 1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DE L’AUDIT INTERNE ET DU DÉROULEMENT D’UNE MISSION D’AUDIT (2/3)</a:t>
            </a:r>
          </a:p>
        </p:txBody>
      </p:sp>
      <p:sp>
        <p:nvSpPr>
          <p:cNvPr id="8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rIns="0"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PRINCIPE DE COLLABORATION 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Les entités auditées doivent faire preuve de disponibilité et de collaboration à l’égard des auditeurs internes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Les auditeurs internes ne doivent pas rencontrer, de la part des entités auditées, de limitation dans leurs interventions, ni faire l’objet d’ingérence dans l’exercice de leurs travaux.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fr-FR" sz="8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ACCÈS AUX SOURCES D’INFORMATION 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Les auditeurs internes doivent disposer d’un accès non restreint à toutes les fonctions, personnes, transactions, actifs, contrats, systèmes d’information etc. du groupe OCP nécessaires à l’accomplissement de leur mission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Les entités auditées sont tenues de communiquer aux auditeurs, sans restriction et dans les délais convenus, tous les documents et informations demandés pour l’accomplissement de leurs missions.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fr-FR" sz="8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DOCUMENTATION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Toute documentation reçue par l’équipe d’audit des entités auditées dans le cadre de la mission d’audit interne est réputée définitive car utilisée et exploitée dans les travaux dès sa réception. 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Tout changement en cours de mission d’un document remis auparavant à l’équipe d’audit ne sera plus pris en considération sauf lorsque l’évolution du document / éléments est nécessitée pour les besoins de la mission d’audit.</a:t>
            </a:r>
            <a:endParaRPr lang="fr-FR" sz="1200" b="1" i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fr-FR" sz="8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CONFIDENTIALITÉ 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Les auditeurs respectent les règles de confidentialité quant à l’utilisation et au traitement des documents et informations qui leur sont communiqués à l’occasion de leurs missions.</a:t>
            </a:r>
          </a:p>
        </p:txBody>
      </p: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898932"/>
              </p:ext>
            </p:extLst>
          </p:nvPr>
        </p:nvGraphicFramePr>
        <p:xfrm>
          <a:off x="6533065" y="6092690"/>
          <a:ext cx="788736" cy="569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380880" imgH="771480" progId="AcroExch.Document.DC">
                  <p:embed/>
                </p:oleObj>
              </mc:Choice>
              <mc:Fallback>
                <p:oleObj name="Acrobat Document" showAsIcon="1" r:id="rId5" imgW="380880" imgH="771480" progId="AcroExch.Document.DC">
                  <p:embed/>
                  <p:pic>
                    <p:nvPicPr>
                      <p:cNvPr id="2" name="Obje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3065" y="6092690"/>
                        <a:ext cx="788736" cy="569509"/>
                      </a:xfrm>
                      <a:prstGeom prst="rect">
                        <a:avLst/>
                      </a:prstGeom>
                      <a:ln w="28575">
                        <a:solidFill>
                          <a:srgbClr val="4E9C8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outon d'action : Personnalisé 11">
            <a:hlinkClick r:id="rId7" action="ppaction://hlinkfile" highlightClick="1"/>
          </p:cNvPr>
          <p:cNvSpPr/>
          <p:nvPr/>
        </p:nvSpPr>
        <p:spPr>
          <a:xfrm>
            <a:off x="6602882" y="6089361"/>
            <a:ext cx="647399" cy="533312"/>
          </a:xfrm>
          <a:prstGeom prst="actionButtonBlank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Charte d’Audit Interne</a:t>
            </a:r>
          </a:p>
        </p:txBody>
      </p:sp>
    </p:spTree>
    <p:extLst>
      <p:ext uri="{BB962C8B-B14F-4D97-AF65-F5344CB8AC3E}">
        <p14:creationId xmlns:p14="http://schemas.microsoft.com/office/powerpoint/2010/main" val="250486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DE L’AUDIT INTERNE ET DU DÉROULEMENT D’UNE MISSION D’AUDIT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3" y="3841377"/>
            <a:ext cx="936000" cy="360000"/>
          </a:xfrm>
          <a:prstGeom prst="rect">
            <a:avLst/>
          </a:prstGeom>
        </p:spPr>
        <p:txBody>
          <a:bodyPr wrap="square" lIns="0" rIns="0" anchor="ctr">
            <a:noAutofit/>
          </a:bodyPr>
          <a:lstStyle/>
          <a:p>
            <a:pPr lvl="0" algn="ctr"/>
            <a:r>
              <a:rPr lang="fr-FR" sz="1100" b="1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AUDITEURS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3" y="5334269"/>
            <a:ext cx="936000" cy="360000"/>
          </a:xfrm>
          <a:prstGeom prst="rect">
            <a:avLst/>
          </a:prstGeom>
        </p:spPr>
        <p:txBody>
          <a:bodyPr wrap="square" lIns="0" rIns="0" anchor="ctr">
            <a:noAutofit/>
          </a:bodyPr>
          <a:lstStyle/>
          <a:p>
            <a:pPr lvl="0" algn="ctr"/>
            <a:r>
              <a:rPr lang="fr-FR" sz="1100" b="1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ENTITÉS</a:t>
            </a:r>
          </a:p>
          <a:p>
            <a:pPr lvl="0" algn="ctr"/>
            <a:r>
              <a:rPr lang="fr-FR" sz="1100" b="1" dirty="0">
                <a:solidFill>
                  <a:srgbClr val="0058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AUDITÉES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508" y="3301377"/>
            <a:ext cx="1872000" cy="1440000"/>
          </a:xfrm>
          <a:prstGeom prst="rect">
            <a:avLst/>
          </a:prstGeom>
          <a:noFill/>
          <a:ln>
            <a:solidFill>
              <a:srgbClr val="67CEFF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Prise de connaissance du périmètre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Etablissement du programme de travail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508" y="4830478"/>
            <a:ext cx="1872000" cy="1400558"/>
          </a:xfrm>
          <a:prstGeom prst="rect">
            <a:avLst/>
          </a:prstGeom>
          <a:noFill/>
          <a:ln>
            <a:solidFill>
              <a:srgbClr val="67CEFF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Désignation d’interlocuteurs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Communication des documents et explications demandés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Disponibilité des interlocuteurs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9962" y="3301377"/>
            <a:ext cx="2016000" cy="1440000"/>
          </a:xfrm>
          <a:prstGeom prst="rect">
            <a:avLst/>
          </a:prstGeom>
          <a:noFill/>
          <a:ln>
            <a:solidFill>
              <a:srgbClr val="207068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Envoi du rapport provisoire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Accompagnement pour l’établissement des plans d’action par les audités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Diffusion du rapport définitif à la DG et aux audités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Envoi du questionnaire de satisfaction aux audités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9962" y="4830478"/>
            <a:ext cx="2016000" cy="1400558"/>
          </a:xfrm>
          <a:prstGeom prst="rect">
            <a:avLst/>
          </a:prstGeom>
          <a:noFill/>
          <a:ln>
            <a:solidFill>
              <a:srgbClr val="207068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Communication d’éléments / informations complémentaires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Validation du rapport provisoire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Etablissement et transmission des plans d’action aux auditeurs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7735" y="3301377"/>
            <a:ext cx="1872000" cy="1440000"/>
          </a:xfrm>
          <a:prstGeom prst="rect">
            <a:avLst/>
          </a:prstGeom>
          <a:noFill/>
          <a:ln>
            <a:solidFill>
              <a:srgbClr val="A0141C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Ouverture de la mission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Déroulement des travaux terrain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Restitution des travaux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97735" y="4830478"/>
            <a:ext cx="1872000" cy="1400558"/>
          </a:xfrm>
          <a:prstGeom prst="rect">
            <a:avLst/>
          </a:prstGeom>
          <a:noFill/>
          <a:ln>
            <a:solidFill>
              <a:srgbClr val="A0141C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Accès aux informations et données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Disponibilité des interlocuteurs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Feed-back lors de la restitution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6188" y="3301377"/>
            <a:ext cx="1872000" cy="1440000"/>
          </a:xfrm>
          <a:prstGeom prst="rect">
            <a:avLst/>
          </a:prstGeom>
          <a:noFill/>
          <a:ln>
            <a:solidFill>
              <a:srgbClr val="61A322"/>
            </a:solidFill>
          </a:ln>
        </p:spPr>
        <p:txBody>
          <a:bodyPr wrap="square" lIns="72000" rIns="7200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Suivi de l’état des recommandations 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Demande d’éléments de preuve pour les recommandations réalisées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26188" y="4830478"/>
            <a:ext cx="1872000" cy="1400558"/>
          </a:xfrm>
          <a:prstGeom prst="rect">
            <a:avLst/>
          </a:prstGeom>
          <a:noFill/>
          <a:ln>
            <a:solidFill>
              <a:srgbClr val="61A322"/>
            </a:solidFill>
          </a:ln>
        </p:spPr>
        <p:txBody>
          <a:bodyPr wrap="square" lIns="72000" rIns="0" anchor="ctr">
            <a:noAutofit/>
          </a:bodyPr>
          <a:lstStyle/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Réalisation des plans d’action </a:t>
            </a:r>
            <a:r>
              <a:rPr lang="fr-FR" sz="1000" b="1" dirty="0">
                <a:latin typeface="Verdana" panose="020B0604030504040204" pitchFamily="34" charset="0"/>
                <a:ea typeface="Verdana" panose="020B0604030504040204" pitchFamily="34" charset="0"/>
              </a:rPr>
              <a:t>en respectant les délais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Communication de l’état d’avancement des actions</a:t>
            </a:r>
          </a:p>
          <a:p>
            <a:pPr marL="93663" indent="-93663" algn="l">
              <a:buFont typeface="Arial" panose="020B0604020202020204" pitchFamily="34" charset="0"/>
              <a:buChar char="•"/>
            </a:pPr>
            <a:r>
              <a:rPr lang="fr-FR" sz="1000" dirty="0">
                <a:latin typeface="Verdana" panose="020B0604030504040204" pitchFamily="34" charset="0"/>
                <a:ea typeface="Verdana" panose="020B0604030504040204" pitchFamily="34" charset="0"/>
              </a:rPr>
              <a:t>Communication des éléments de preuve en cas de réalisation des actions</a:t>
            </a:r>
          </a:p>
        </p:txBody>
      </p:sp>
      <p:sp>
        <p:nvSpPr>
          <p:cNvPr id="27" name="Flèche droite 26"/>
          <p:cNvSpPr/>
          <p:nvPr/>
        </p:nvSpPr>
        <p:spPr>
          <a:xfrm>
            <a:off x="891972" y="2867091"/>
            <a:ext cx="8106216" cy="166354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riangle isocèle 27"/>
          <p:cNvSpPr/>
          <p:nvPr/>
        </p:nvSpPr>
        <p:spPr>
          <a:xfrm flipV="1">
            <a:off x="891972" y="3066143"/>
            <a:ext cx="180000" cy="180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110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8032" y="2634095"/>
            <a:ext cx="1525150" cy="31184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Lettre de mission</a:t>
            </a:r>
          </a:p>
        </p:txBody>
      </p:sp>
      <p:sp>
        <p:nvSpPr>
          <p:cNvPr id="30" name="Triangle isocèle 29"/>
          <p:cNvSpPr/>
          <p:nvPr/>
        </p:nvSpPr>
        <p:spPr>
          <a:xfrm flipV="1">
            <a:off x="2854618" y="3066143"/>
            <a:ext cx="180000" cy="180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110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05786" y="2634095"/>
            <a:ext cx="1677665" cy="31184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Réunion d’ouverture</a:t>
            </a:r>
          </a:p>
        </p:txBody>
      </p:sp>
      <p:sp>
        <p:nvSpPr>
          <p:cNvPr id="32" name="Triangle isocèle 31"/>
          <p:cNvSpPr/>
          <p:nvPr/>
        </p:nvSpPr>
        <p:spPr>
          <a:xfrm flipV="1">
            <a:off x="4840333" y="3066143"/>
            <a:ext cx="180000" cy="180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110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008676" y="2634095"/>
            <a:ext cx="1845432" cy="31184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34" name="Triangle isocèle 33"/>
          <p:cNvSpPr/>
          <p:nvPr/>
        </p:nvSpPr>
        <p:spPr>
          <a:xfrm flipV="1">
            <a:off x="6966784" y="3066143"/>
            <a:ext cx="180000" cy="180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110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363534" y="2634095"/>
            <a:ext cx="1386500" cy="31184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i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Rapport définitif</a:t>
            </a:r>
          </a:p>
        </p:txBody>
      </p:sp>
      <p:grpSp>
        <p:nvGrpSpPr>
          <p:cNvPr id="36" name="Groupe 35"/>
          <p:cNvGrpSpPr/>
          <p:nvPr/>
        </p:nvGrpSpPr>
        <p:grpSpPr>
          <a:xfrm>
            <a:off x="8074729" y="6262987"/>
            <a:ext cx="649194" cy="246221"/>
            <a:chOff x="5270287" y="6468014"/>
            <a:chExt cx="649194" cy="246221"/>
          </a:xfrm>
        </p:grpSpPr>
        <p:sp>
          <p:nvSpPr>
            <p:cNvPr id="37" name="Triangle isocèle 36"/>
            <p:cNvSpPr>
              <a:spLocks noChangeAspect="1"/>
            </p:cNvSpPr>
            <p:nvPr/>
          </p:nvSpPr>
          <p:spPr>
            <a:xfrm flipV="1">
              <a:off x="5270287" y="6529653"/>
              <a:ext cx="122942" cy="122942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fr-FR" sz="110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5281166" y="6468014"/>
              <a:ext cx="638315" cy="2462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indent="0" algn="ctr">
                <a:defRPr sz="1000" b="1" i="1">
                  <a:solidFill>
                    <a:srgbClr val="0070C0"/>
                  </a:solidFill>
                </a:defRPr>
              </a:lvl1pPr>
              <a:lvl2pPr indent="0">
                <a:defRPr sz="1100">
                  <a:solidFill>
                    <a:schemeClr val="lt1"/>
                  </a:solidFill>
                </a:defRPr>
              </a:lvl2pPr>
              <a:lvl3pPr indent="0">
                <a:defRPr sz="1100">
                  <a:solidFill>
                    <a:schemeClr val="lt1"/>
                  </a:solidFill>
                </a:defRPr>
              </a:lvl3pPr>
              <a:lvl4pPr indent="0">
                <a:defRPr sz="1100">
                  <a:solidFill>
                    <a:schemeClr val="lt1"/>
                  </a:solidFill>
                </a:defRPr>
              </a:lvl4pPr>
              <a:lvl5pPr indent="0">
                <a:defRPr sz="1100">
                  <a:solidFill>
                    <a:schemeClr val="lt1"/>
                  </a:solidFill>
                </a:defRPr>
              </a:lvl5pPr>
              <a:lvl6pPr indent="0">
                <a:defRPr sz="1100">
                  <a:solidFill>
                    <a:schemeClr val="lt1"/>
                  </a:solidFill>
                </a:defRPr>
              </a:lvl6pPr>
              <a:lvl7pPr indent="0">
                <a:defRPr sz="1100">
                  <a:solidFill>
                    <a:schemeClr val="lt1"/>
                  </a:solidFill>
                </a:defRPr>
              </a:lvl7pPr>
              <a:lvl8pPr indent="0">
                <a:defRPr sz="1100">
                  <a:solidFill>
                    <a:schemeClr val="lt1"/>
                  </a:solidFill>
                </a:defRPr>
              </a:lvl8pPr>
              <a:lvl9pPr indent="0">
                <a:defRPr sz="1100">
                  <a:solidFill>
                    <a:schemeClr val="lt1"/>
                  </a:solidFill>
                </a:defRPr>
              </a:lvl9pPr>
            </a:lstStyle>
            <a:p>
              <a:r>
                <a:rPr lang="fr-FR" sz="700" b="0" dirty="0">
                  <a:latin typeface="Verdana" panose="020B0604030504040204" pitchFamily="34" charset="0"/>
                  <a:ea typeface="Verdana" panose="020B0604030504040204" pitchFamily="34" charset="0"/>
                </a:rPr>
                <a:t>Jalons</a:t>
              </a:r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1048847" y="802718"/>
            <a:ext cx="7914602" cy="1739475"/>
            <a:chOff x="1048847" y="994500"/>
            <a:chExt cx="7914602" cy="1739475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3436" y="1023396"/>
              <a:ext cx="1296144" cy="1274542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48847" y="2303088"/>
              <a:ext cx="1785323" cy="430887"/>
            </a:xfrm>
            <a:prstGeom prst="rect">
              <a:avLst/>
            </a:prstGeom>
          </p:spPr>
          <p:txBody>
            <a:bodyPr wrap="square" lIns="0" rIns="0" anchor="ctr">
              <a:spAutoFit/>
            </a:bodyPr>
            <a:lstStyle/>
            <a:p>
              <a:pPr lvl="0" algn="ctr"/>
              <a:r>
                <a:rPr lang="fr-FR" sz="1100" b="1" dirty="0">
                  <a:solidFill>
                    <a:srgbClr val="005882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PHASE DE PRÉPARATION</a:t>
              </a:r>
            </a:p>
          </p:txBody>
        </p:sp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9111" y="1037818"/>
              <a:ext cx="1245698" cy="1245698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5129299" y="2387726"/>
              <a:ext cx="1785323" cy="261610"/>
            </a:xfrm>
            <a:prstGeom prst="rect">
              <a:avLst/>
            </a:prstGeom>
          </p:spPr>
          <p:txBody>
            <a:bodyPr wrap="square" lIns="0" rIns="0" anchor="ctr">
              <a:spAutoFit/>
            </a:bodyPr>
            <a:lstStyle/>
            <a:p>
              <a:pPr lvl="0" algn="ctr"/>
              <a:r>
                <a:rPr lang="fr-FR" sz="1100" b="1" dirty="0">
                  <a:solidFill>
                    <a:srgbClr val="207068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PHASE DE CLÔTURE</a:t>
              </a:r>
            </a:p>
          </p:txBody>
        </p:sp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446" y="1095379"/>
              <a:ext cx="1130576" cy="1130576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3089073" y="2303088"/>
              <a:ext cx="1785323" cy="430887"/>
            </a:xfrm>
            <a:prstGeom prst="rect">
              <a:avLst/>
            </a:prstGeom>
          </p:spPr>
          <p:txBody>
            <a:bodyPr wrap="square" lIns="0" rIns="0" anchor="ctr">
              <a:spAutoFit/>
            </a:bodyPr>
            <a:lstStyle/>
            <a:p>
              <a:pPr lvl="0" algn="ctr"/>
              <a:r>
                <a:rPr lang="fr-FR" sz="1100" b="1" dirty="0">
                  <a:solidFill>
                    <a:srgbClr val="A0141C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PHASE DE RÉALISATION</a:t>
              </a:r>
            </a:p>
          </p:txBody>
        </p:sp>
        <p:sp>
          <p:nvSpPr>
            <p:cNvPr id="18" name="Flèche droite 17"/>
            <p:cNvSpPr/>
            <p:nvPr/>
          </p:nvSpPr>
          <p:spPr>
            <a:xfrm>
              <a:off x="2733013" y="1476558"/>
              <a:ext cx="540000" cy="378042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9" name="Flèche droite 18"/>
            <p:cNvSpPr/>
            <p:nvPr/>
          </p:nvSpPr>
          <p:spPr>
            <a:xfrm>
              <a:off x="4703066" y="1476558"/>
              <a:ext cx="540000" cy="378042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69527" y="2303088"/>
              <a:ext cx="1785323" cy="430887"/>
            </a:xfrm>
            <a:prstGeom prst="rect">
              <a:avLst/>
            </a:prstGeom>
          </p:spPr>
          <p:txBody>
            <a:bodyPr wrap="square" lIns="0" rIns="0" anchor="ctr">
              <a:spAutoFit/>
            </a:bodyPr>
            <a:lstStyle/>
            <a:p>
              <a:pPr lvl="0" algn="ctr"/>
              <a:r>
                <a:rPr lang="fr-FR" sz="1100" b="1" dirty="0">
                  <a:solidFill>
                    <a:srgbClr val="00B0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PHASE DE SUIVI DES RECOMMANDATIONS</a:t>
              </a:r>
            </a:p>
          </p:txBody>
        </p:sp>
        <p:grpSp>
          <p:nvGrpSpPr>
            <p:cNvPr id="23" name="Groupe 22"/>
            <p:cNvGrpSpPr/>
            <p:nvPr/>
          </p:nvGrpSpPr>
          <p:grpSpPr>
            <a:xfrm>
              <a:off x="7486228" y="994500"/>
              <a:ext cx="1477221" cy="1332332"/>
              <a:chOff x="9729934" y="1071377"/>
              <a:chExt cx="1969628" cy="1776444"/>
            </a:xfrm>
          </p:grpSpPr>
          <p:pic>
            <p:nvPicPr>
              <p:cNvPr id="24" name="Image 2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29934" y="1071377"/>
                <a:ext cx="1917704" cy="1776444"/>
              </a:xfrm>
              <a:prstGeom prst="rect">
                <a:avLst/>
              </a:prstGeom>
            </p:spPr>
          </p:pic>
          <p:sp>
            <p:nvSpPr>
              <p:cNvPr id="25" name="Rectangle 24"/>
              <p:cNvSpPr/>
              <p:nvPr/>
            </p:nvSpPr>
            <p:spPr>
              <a:xfrm>
                <a:off x="11267514" y="1929895"/>
                <a:ext cx="432048" cy="332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26" name="Flèche droite 25"/>
            <p:cNvSpPr/>
            <p:nvPr/>
          </p:nvSpPr>
          <p:spPr>
            <a:xfrm>
              <a:off x="6795519" y="1476558"/>
              <a:ext cx="540000" cy="378042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40" name="Image 3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0314" y="1431676"/>
              <a:ext cx="663218" cy="504622"/>
            </a:xfrm>
            <a:prstGeom prst="rect">
              <a:avLst/>
            </a:prstGeom>
          </p:spPr>
        </p:pic>
        <p:pic>
          <p:nvPicPr>
            <p:cNvPr id="41" name="Image 4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98014" y="1431676"/>
              <a:ext cx="663218" cy="504622"/>
            </a:xfrm>
            <a:prstGeom prst="rect">
              <a:avLst/>
            </a:prstGeom>
          </p:spPr>
        </p:pic>
        <p:pic>
          <p:nvPicPr>
            <p:cNvPr id="42" name="Image 4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37964" y="1431676"/>
              <a:ext cx="663218" cy="5046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434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CONTEXTE ET OBJECTIFS DE LA MISSION</a:t>
            </a: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CONTEXTE DE LA MISSION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Cette mission a été planifiée dans le cadre du plan d’audit 20XX et vise XXXXXXXXXXXXXXX</a:t>
            </a: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OBJECTIFS DE LA MISSION</a:t>
            </a:r>
          </a:p>
          <a:p>
            <a:pPr marL="628650" lvl="1" indent="-2667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+mj-lt"/>
              <a:buAutoNum type="arabicPeriod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</a:t>
            </a:r>
          </a:p>
          <a:p>
            <a:pPr marL="628650" lvl="1" indent="-2667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+mj-lt"/>
              <a:buAutoNum type="arabicPeriod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 </a:t>
            </a:r>
          </a:p>
          <a:p>
            <a:pPr marL="628650" lvl="1" indent="-2667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+mj-lt"/>
              <a:buAutoNum type="arabicPeriod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 </a:t>
            </a:r>
          </a:p>
          <a:p>
            <a:pPr marL="36195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9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Rappel : Présentation du projet / processus XXXXX</a:t>
            </a:r>
            <a:endParaRPr lang="fr-FR" sz="1600" dirty="0">
              <a:solidFill>
                <a:srgbClr val="007C3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PRÉSENTATION DE XXXX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XXXXXXXXXXXXXXX</a:t>
            </a: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XXXXXXX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XXXXXXXXXXXXXXX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fr-FR" sz="12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fr-FR" sz="12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fr-FR" sz="12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XXXXXXX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XXXXXXXXXXXXXXX</a:t>
            </a: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7768488" y="162500"/>
            <a:ext cx="1172859" cy="24817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Verdana" panose="020B0604030504040204" pitchFamily="34" charset="0"/>
                <a:ea typeface="Verdana" panose="020B0604030504040204" pitchFamily="34" charset="0"/>
              </a:rPr>
              <a:t>Si applicable</a:t>
            </a:r>
          </a:p>
        </p:txBody>
      </p:sp>
    </p:spTree>
    <p:extLst>
      <p:ext uri="{BB962C8B-B14F-4D97-AF65-F5344CB8AC3E}">
        <p14:creationId xmlns:p14="http://schemas.microsoft.com/office/powerpoint/2010/main" val="145886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Rappel : Présentation du projet / processus XXXXX</a:t>
            </a:r>
            <a:endParaRPr lang="fr-FR" sz="1600" dirty="0">
              <a:solidFill>
                <a:srgbClr val="007C3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SCHÉMA ILLUSTRATIF (SI EXISTANT)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7768488" y="162500"/>
            <a:ext cx="1172859" cy="24817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Verdana" panose="020B0604030504040204" pitchFamily="34" charset="0"/>
                <a:ea typeface="Verdana" panose="020B0604030504040204" pitchFamily="34" charset="0"/>
              </a:rPr>
              <a:t>Si applicable</a:t>
            </a:r>
          </a:p>
        </p:txBody>
      </p:sp>
    </p:spTree>
    <p:extLst>
      <p:ext uri="{BB962C8B-B14F-4D97-AF65-F5344CB8AC3E}">
        <p14:creationId xmlns:p14="http://schemas.microsoft.com/office/powerpoint/2010/main" val="397495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Périmètre de la mission</a:t>
            </a: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4632205" cy="5689223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PÉRIMÈTRE DE LA MISSION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La mission portera sur l’audit XXXX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L’audit se déroulera au niveau des entités : </a:t>
            </a:r>
          </a:p>
          <a:p>
            <a:pPr marL="228600" lvl="1" indent="-2286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ourier New" panose="02070309020205020404" pitchFamily="49" charset="0"/>
              <a:buChar char="o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</a:t>
            </a:r>
          </a:p>
          <a:p>
            <a:pPr marL="228600" lvl="1" indent="-2286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ourier New" panose="02070309020205020404" pitchFamily="49" charset="0"/>
              <a:buChar char="o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Toutefois, et au besoin, dans le cadre de la réalisation de la mission, d’autres entités pourraient être sollicitées :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soit à l’initiative des auditeurs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soit sur proposition des entités auditées et sous réserve de la validation des auditeurs.</a:t>
            </a:r>
          </a:p>
          <a:p>
            <a:pPr marL="228600" lvl="1" indent="-2286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ourier New" panose="02070309020205020404" pitchFamily="49" charset="0"/>
              <a:buChar char="o"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RÉFÉRENTIELS </a:t>
            </a:r>
            <a:r>
              <a:rPr lang="fr-FR" sz="12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(détailler les processus identifiés préalablement)</a:t>
            </a:r>
            <a:endParaRPr lang="en-US" sz="12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2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en-US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" name="Connecteur droit 4"/>
          <p:cNvCxnSpPr/>
          <p:nvPr/>
        </p:nvCxnSpPr>
        <p:spPr>
          <a:xfrm flipH="1">
            <a:off x="5318760" y="913345"/>
            <a:ext cx="32072" cy="4740695"/>
          </a:xfrm>
          <a:prstGeom prst="line">
            <a:avLst/>
          </a:prstGeom>
          <a:ln>
            <a:solidFill>
              <a:srgbClr val="4E9C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7"/>
          <p:cNvSpPr txBox="1">
            <a:spLocks/>
          </p:cNvSpPr>
          <p:nvPr/>
        </p:nvSpPr>
        <p:spPr>
          <a:xfrm>
            <a:off x="5581306" y="816078"/>
            <a:ext cx="3438005" cy="2255621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ÉQUIPE D’AUDIT </a:t>
            </a:r>
          </a:p>
          <a:p>
            <a:pPr marL="533400" lvl="1" indent="-355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M. XXXXXXX, Coordinateur de la mission</a:t>
            </a:r>
          </a:p>
          <a:p>
            <a:pPr marL="533400" lvl="1" indent="-355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Mme XXXXXX</a:t>
            </a:r>
          </a:p>
          <a:p>
            <a:pPr marL="533400" lvl="1" indent="-355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Calibri" panose="020F0502020204030204" pitchFamily="34" charset="0"/>
              <a:buChar char="‒"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33400" lvl="1" indent="-355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M. XXXXXX, Superviseur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51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LISTE DES </a:t>
            </a:r>
            <a:r>
              <a:rPr lang="fr-FR" sz="1600" cap="all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INTERLOCUTEURS Contactés </a:t>
            </a: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LORS DE LA préparation de la mission</a:t>
            </a:r>
          </a:p>
        </p:txBody>
      </p:sp>
      <p:graphicFrame>
        <p:nvGraphicFramePr>
          <p:cNvPr id="4" name="Tableau 3"/>
          <p:cNvGraphicFramePr>
            <a:graphicFrameLocks noGrp="1"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53726"/>
              </p:ext>
            </p:extLst>
          </p:nvPr>
        </p:nvGraphicFramePr>
        <p:xfrm>
          <a:off x="170639" y="1117485"/>
          <a:ext cx="8802723" cy="1696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9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890"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CONTACTS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ENTITÉS / PROJETS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DATES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200" kern="1200" baseline="0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84737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9602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3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5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PRINCIPAUX POINTS D’ATTENTION</a:t>
            </a:r>
          </a:p>
        </p:txBody>
      </p:sp>
      <p:sp>
        <p:nvSpPr>
          <p:cNvPr id="3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200"/>
              </a:spcBef>
              <a:spcAft>
                <a:spcPts val="2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US" sz="1400" b="1" kern="0" dirty="0" err="1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S’assurer</a:t>
            </a: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 XXXXXXXXXXXXXXXXXXXXXX </a:t>
            </a:r>
          </a:p>
          <a:p>
            <a:pPr marL="180975" lvl="1" indent="-180975" algn="just">
              <a:spcBef>
                <a:spcPts val="200"/>
              </a:spcBef>
              <a:spcAft>
                <a:spcPts val="2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</a:t>
            </a:r>
          </a:p>
          <a:p>
            <a:pPr marL="180975" lvl="1" indent="-180975" algn="just">
              <a:spcBef>
                <a:spcPts val="200"/>
              </a:spcBef>
              <a:spcAft>
                <a:spcPts val="2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</a:t>
            </a:r>
          </a:p>
          <a:p>
            <a:pPr marL="180975" lvl="1" indent="-180975" algn="just">
              <a:spcBef>
                <a:spcPts val="200"/>
              </a:spcBef>
              <a:spcAft>
                <a:spcPts val="2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1400" b="1" kern="0" dirty="0" err="1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Apprécier</a:t>
            </a: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XXXXXXX</a:t>
            </a:r>
          </a:p>
          <a:p>
            <a:pPr marL="180975" lvl="1" indent="-180975" algn="just">
              <a:spcBef>
                <a:spcPts val="200"/>
              </a:spcBef>
              <a:spcAft>
                <a:spcPts val="2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</a:t>
            </a:r>
          </a:p>
          <a:p>
            <a:pPr marL="180975" lvl="1" indent="-180975" algn="just">
              <a:spcBef>
                <a:spcPts val="200"/>
              </a:spcBef>
              <a:spcAft>
                <a:spcPts val="2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</a:t>
            </a:r>
          </a:p>
          <a:p>
            <a:pPr marL="180975" lvl="1" indent="-180975" algn="just">
              <a:spcBef>
                <a:spcPts val="200"/>
              </a:spcBef>
              <a:spcAft>
                <a:spcPts val="2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XXXXXXXXXX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6195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Espace réservé du texte 7"/>
          <p:cNvSpPr txBox="1">
            <a:spLocks/>
          </p:cNvSpPr>
          <p:nvPr/>
        </p:nvSpPr>
        <p:spPr>
          <a:xfrm>
            <a:off x="5731980" y="2811847"/>
            <a:ext cx="2426937" cy="1197215"/>
          </a:xfrm>
          <a:prstGeom prst="wedgeEllipseCallout">
            <a:avLst>
              <a:gd name="adj1" fmla="val -75255"/>
              <a:gd name="adj2" fmla="val -647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000" b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/>
              <a:t>VENTILÉS PAR OBJECTIFS</a:t>
            </a:r>
          </a:p>
        </p:txBody>
      </p:sp>
    </p:spTree>
    <p:extLst>
      <p:ext uri="{BB962C8B-B14F-4D97-AF65-F5344CB8AC3E}">
        <p14:creationId xmlns:p14="http://schemas.microsoft.com/office/powerpoint/2010/main" val="2515652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t 4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7473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6" imgW="592" imgH="595" progId="TCLayout.ActiveDocument.1">
                  <p:embed/>
                </p:oleObj>
              </mc:Choice>
              <mc:Fallback>
                <p:oleObj name="Diapositive think-cell" r:id="rId26" imgW="592" imgH="595" progId="TCLayout.ActiveDocument.1">
                  <p:embed/>
                  <p:pic>
                    <p:nvPicPr>
                      <p:cNvPr id="45" name="Objet 44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Calendrier prévisionnel de la mission d’audit</a:t>
            </a:r>
          </a:p>
        </p:txBody>
      </p:sp>
      <p:sp>
        <p:nvSpPr>
          <p:cNvPr id="3" name="Flèche droite 2"/>
          <p:cNvSpPr/>
          <p:nvPr/>
        </p:nvSpPr>
        <p:spPr>
          <a:xfrm>
            <a:off x="84644" y="3546328"/>
            <a:ext cx="8934667" cy="380969"/>
          </a:xfrm>
          <a:prstGeom prst="rightArrow">
            <a:avLst/>
          </a:prstGeom>
          <a:pattFill prst="wdDnDiag">
            <a:fgClr>
              <a:srgbClr val="EEEEEE"/>
            </a:fgClr>
            <a:bgClr>
              <a:schemeClr val="bg1"/>
            </a:bgClr>
          </a:pattFill>
          <a:ln>
            <a:solidFill>
              <a:srgbClr val="92D05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TLSHAPE_TB_00000000000000000000000000000000_ElapsedTimeExtension"/>
          <p:cNvSpPr/>
          <p:nvPr>
            <p:custDataLst>
              <p:tags r:id="rId2"/>
            </p:custDataLst>
          </p:nvPr>
        </p:nvSpPr>
        <p:spPr>
          <a:xfrm>
            <a:off x="499937" y="1795808"/>
            <a:ext cx="0" cy="1830386"/>
          </a:xfrm>
          <a:prstGeom prst="rect">
            <a:avLst/>
          </a:prstGeom>
          <a:gradFill flip="none" rotWithShape="1">
            <a:gsLst>
              <a:gs pos="100000">
                <a:srgbClr val="D2CCCA">
                  <a:alpha val="30196"/>
                </a:srgbClr>
              </a:gs>
              <a:gs pos="0">
                <a:srgbClr val="D2CCCA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>
              <a:scrgbClr r="0" g="0" b="0">
                <a:alpha val="5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4608622" y="1015419"/>
            <a:ext cx="0" cy="4140000"/>
          </a:xfrm>
          <a:prstGeom prst="line">
            <a:avLst/>
          </a:prstGeom>
          <a:ln w="12700">
            <a:solidFill>
              <a:srgbClr val="78BCA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OTLSHAPE_M_474d297198d5425c9487e9abdc401d8d_Connector1"/>
          <p:cNvCxnSpPr>
            <a:stCxn id="7" idx="2"/>
            <a:endCxn id="26" idx="0"/>
          </p:cNvCxnSpPr>
          <p:nvPr>
            <p:custDataLst>
              <p:tags r:id="rId3"/>
            </p:custDataLst>
          </p:nvPr>
        </p:nvCxnSpPr>
        <p:spPr>
          <a:xfrm flipH="1">
            <a:off x="708055" y="2922321"/>
            <a:ext cx="1" cy="66010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TLSHAPE_M_474d297198d5425c9487e9abdc401d8d_Title"/>
          <p:cNvSpPr txBox="1"/>
          <p:nvPr>
            <p:custDataLst>
              <p:tags r:id="rId4"/>
            </p:custDataLst>
          </p:nvPr>
        </p:nvSpPr>
        <p:spPr>
          <a:xfrm>
            <a:off x="84644" y="2075935"/>
            <a:ext cx="1246823" cy="846386"/>
          </a:xfrm>
          <a:prstGeom prst="rect">
            <a:avLst/>
          </a:prstGeom>
          <a:solidFill>
            <a:srgbClr val="78BCA5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fr-FR" sz="1100" b="1" spc="-5" dirty="0">
                <a:latin typeface="Verdana" panose="020B0604030504040204" pitchFamily="34" charset="0"/>
                <a:ea typeface="Verdana" panose="020B0604030504040204" pitchFamily="34" charset="0"/>
              </a:rPr>
              <a:t>Envoi de la lettre de mission aux entités à auditer </a:t>
            </a:r>
          </a:p>
        </p:txBody>
      </p:sp>
      <p:cxnSp>
        <p:nvCxnSpPr>
          <p:cNvPr id="8" name="OTLSHAPE_M_fc32de2855dc427da7f0e298f9f0429a_Connector1"/>
          <p:cNvCxnSpPr>
            <a:stCxn id="20" idx="4"/>
            <a:endCxn id="9" idx="0"/>
          </p:cNvCxnSpPr>
          <p:nvPr>
            <p:custDataLst>
              <p:tags r:id="rId5"/>
            </p:custDataLst>
          </p:nvPr>
        </p:nvCxnSpPr>
        <p:spPr>
          <a:xfrm>
            <a:off x="6074664" y="3891204"/>
            <a:ext cx="1" cy="608567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TLSHAPE_M_fc32de2855dc427da7f0e298f9f0429a_Title"/>
          <p:cNvSpPr txBox="1"/>
          <p:nvPr>
            <p:custDataLst>
              <p:tags r:id="rId6"/>
            </p:custDataLst>
          </p:nvPr>
        </p:nvSpPr>
        <p:spPr>
          <a:xfrm>
            <a:off x="5361864" y="4499771"/>
            <a:ext cx="1425601" cy="5078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Réception des plans d'action par les auditeurs </a:t>
            </a:r>
            <a:r>
              <a:rPr lang="fr-FR" sz="11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</a:t>
            </a:r>
            <a:endParaRPr lang="fr-FR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0" name="OTLSHAPE_M_23abe643d7664c16a87d0993876cb30a_Connector2"/>
          <p:cNvCxnSpPr>
            <a:stCxn id="12" idx="4"/>
            <a:endCxn id="11" idx="0"/>
          </p:cNvCxnSpPr>
          <p:nvPr>
            <p:custDataLst>
              <p:tags r:id="rId7"/>
            </p:custDataLst>
          </p:nvPr>
        </p:nvCxnSpPr>
        <p:spPr>
          <a:xfrm>
            <a:off x="1745555" y="3891204"/>
            <a:ext cx="0" cy="608567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TLSHAPE_M_23abe643d7664c16a87d0993876cb30a_Title"/>
          <p:cNvSpPr txBox="1"/>
          <p:nvPr>
            <p:custDataLst>
              <p:tags r:id="rId8"/>
            </p:custDataLst>
          </p:nvPr>
        </p:nvSpPr>
        <p:spPr>
          <a:xfrm>
            <a:off x="1067954" y="4499771"/>
            <a:ext cx="1355202" cy="5078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fr-FR" sz="1100" b="1" spc="-5" dirty="0">
                <a:latin typeface="Verdana" panose="020B0604030504040204" pitchFamily="34" charset="0"/>
                <a:ea typeface="Verdana" panose="020B0604030504040204" pitchFamily="34" charset="0"/>
              </a:rPr>
              <a:t>Réception des documents par les auditeurs </a:t>
            </a:r>
            <a:r>
              <a:rPr lang="fr-FR" sz="1100" b="1" spc="-5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</a:t>
            </a:r>
          </a:p>
        </p:txBody>
      </p:sp>
      <p:sp>
        <p:nvSpPr>
          <p:cNvPr id="12" name="Ellipse 11">
            <a:hlinkClick r:id="rId28" action="ppaction://hlinksldjump"/>
          </p:cNvPr>
          <p:cNvSpPr/>
          <p:nvPr/>
        </p:nvSpPr>
        <p:spPr>
          <a:xfrm>
            <a:off x="1595838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3" name="OTLSHAPE_M_23abe643d7664c16a87d0993876cb30a_Connector2"/>
          <p:cNvCxnSpPr>
            <a:stCxn id="28" idx="2"/>
            <a:endCxn id="14" idx="0"/>
          </p:cNvCxnSpPr>
          <p:nvPr>
            <p:custDataLst>
              <p:tags r:id="rId9"/>
            </p:custDataLst>
          </p:nvPr>
        </p:nvCxnSpPr>
        <p:spPr>
          <a:xfrm>
            <a:off x="2649677" y="3247953"/>
            <a:ext cx="0" cy="334468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/>
        </p:nvSpPr>
        <p:spPr>
          <a:xfrm>
            <a:off x="2499960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5" name="OTLSHAPE_M_fc32de2855dc427da7f0e298f9f0429a_Connector1"/>
          <p:cNvCxnSpPr>
            <a:stCxn id="17" idx="4"/>
            <a:endCxn id="16" idx="0"/>
          </p:cNvCxnSpPr>
          <p:nvPr>
            <p:custDataLst>
              <p:tags r:id="rId10"/>
            </p:custDataLst>
          </p:nvPr>
        </p:nvCxnSpPr>
        <p:spPr>
          <a:xfrm>
            <a:off x="4181266" y="3891204"/>
            <a:ext cx="1" cy="38491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TLSHAPE_M_fc32de2855dc427da7f0e298f9f0429a_Title"/>
          <p:cNvSpPr txBox="1"/>
          <p:nvPr>
            <p:custDataLst>
              <p:tags r:id="rId11"/>
            </p:custDataLst>
          </p:nvPr>
        </p:nvSpPr>
        <p:spPr>
          <a:xfrm>
            <a:off x="3528328" y="4276114"/>
            <a:ext cx="1305877" cy="37457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17" name="Ellipse 16"/>
          <p:cNvSpPr/>
          <p:nvPr/>
        </p:nvSpPr>
        <p:spPr>
          <a:xfrm>
            <a:off x="4031549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8" name="OTLSHAPE_M_23abe643d7664c16a87d0993876cb30a_Connector2"/>
          <p:cNvCxnSpPr>
            <a:endCxn id="19" idx="0"/>
          </p:cNvCxnSpPr>
          <p:nvPr>
            <p:custDataLst>
              <p:tags r:id="rId12"/>
            </p:custDataLst>
          </p:nvPr>
        </p:nvCxnSpPr>
        <p:spPr>
          <a:xfrm>
            <a:off x="5173851" y="3104155"/>
            <a:ext cx="0" cy="478266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5024134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5924947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6821976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2" name="OTLSHAPE_M_474d297198d5425c9487e9abdc401d8d_Connector1"/>
          <p:cNvCxnSpPr/>
          <p:nvPr>
            <p:custDataLst>
              <p:tags r:id="rId13"/>
            </p:custDataLst>
          </p:nvPr>
        </p:nvCxnSpPr>
        <p:spPr>
          <a:xfrm>
            <a:off x="6943118" y="3091598"/>
            <a:ext cx="0" cy="490823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392297" y="1098765"/>
            <a:ext cx="1600118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</a:t>
            </a:r>
          </a:p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PRÉPARATION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2765006" y="1098765"/>
            <a:ext cx="1552027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</a:t>
            </a:r>
          </a:p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RÉALISATION</a:t>
            </a:r>
          </a:p>
        </p:txBody>
      </p:sp>
      <p:cxnSp>
        <p:nvCxnSpPr>
          <p:cNvPr id="25" name="Connecteur droit 24"/>
          <p:cNvCxnSpPr/>
          <p:nvPr/>
        </p:nvCxnSpPr>
        <p:spPr>
          <a:xfrm>
            <a:off x="2473418" y="1015419"/>
            <a:ext cx="0" cy="4140000"/>
          </a:xfrm>
          <a:prstGeom prst="line">
            <a:avLst/>
          </a:prstGeom>
          <a:ln w="12700">
            <a:solidFill>
              <a:srgbClr val="78BCA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/>
          <p:cNvSpPr/>
          <p:nvPr/>
        </p:nvSpPr>
        <p:spPr>
          <a:xfrm>
            <a:off x="558338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OTLSHAPE_TB_00000000000000000000000000000000_TimescaleInterval1"/>
          <p:cNvSpPr txBox="1"/>
          <p:nvPr>
            <p:custDataLst>
              <p:tags r:id="rId14"/>
            </p:custDataLst>
          </p:nvPr>
        </p:nvSpPr>
        <p:spPr>
          <a:xfrm>
            <a:off x="341771" y="3598313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OTLSHAPE_M_cceba81e026645ae9de5c63ae4ad4778_Title"/>
          <p:cNvSpPr txBox="1"/>
          <p:nvPr>
            <p:custDataLst>
              <p:tags r:id="rId15"/>
            </p:custDataLst>
          </p:nvPr>
        </p:nvSpPr>
        <p:spPr>
          <a:xfrm>
            <a:off x="1985187" y="2873382"/>
            <a:ext cx="1328980" cy="37457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Réunion d’ouverture</a:t>
            </a:r>
          </a:p>
        </p:txBody>
      </p:sp>
      <p:sp>
        <p:nvSpPr>
          <p:cNvPr id="29" name="OTLSHAPE_M_cceba81e026645ae9de5c63ae4ad4778_Title"/>
          <p:cNvSpPr txBox="1"/>
          <p:nvPr>
            <p:custDataLst>
              <p:tags r:id="rId16"/>
            </p:custDataLst>
          </p:nvPr>
        </p:nvSpPr>
        <p:spPr>
          <a:xfrm>
            <a:off x="4705160" y="2075935"/>
            <a:ext cx="1286283" cy="1015663"/>
          </a:xfrm>
          <a:prstGeom prst="rect">
            <a:avLst/>
          </a:prstGeom>
          <a:solidFill>
            <a:srgbClr val="78BCA5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Envoi du rapport provisoire aux responsables des entités auditées</a:t>
            </a:r>
          </a:p>
        </p:txBody>
      </p:sp>
      <p:sp>
        <p:nvSpPr>
          <p:cNvPr id="30" name="OTLSHAPE_M_474d297198d5425c9487e9abdc401d8d_Title"/>
          <p:cNvSpPr txBox="1"/>
          <p:nvPr>
            <p:custDataLst>
              <p:tags r:id="rId17"/>
            </p:custDataLst>
          </p:nvPr>
        </p:nvSpPr>
        <p:spPr>
          <a:xfrm>
            <a:off x="6106137" y="2075935"/>
            <a:ext cx="1223858" cy="1015663"/>
          </a:xfrm>
          <a:prstGeom prst="rect">
            <a:avLst/>
          </a:prstGeom>
          <a:solidFill>
            <a:srgbClr val="78BCA5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fr-FR" sz="1100" b="1" spc="-5" dirty="0">
                <a:latin typeface="Verdana" panose="020B0604030504040204" pitchFamily="34" charset="0"/>
                <a:ea typeface="Verdana" panose="020B0604030504040204" pitchFamily="34" charset="0"/>
              </a:rPr>
              <a:t>Diffusion du rapport final : Direction Générale, entités auditées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5479710" y="1098765"/>
            <a:ext cx="1175322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</a:t>
            </a:r>
          </a:p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CLÔTURE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7411819" y="1015419"/>
            <a:ext cx="0" cy="4140000"/>
          </a:xfrm>
          <a:prstGeom prst="line">
            <a:avLst/>
          </a:prstGeom>
          <a:ln w="12700">
            <a:solidFill>
              <a:srgbClr val="78BCA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OTLSHAPE_M_474d297198d5425c9487e9abdc401d8d_Connector1"/>
          <p:cNvCxnSpPr/>
          <p:nvPr>
            <p:custDataLst>
              <p:tags r:id="rId18"/>
            </p:custDataLst>
          </p:nvPr>
        </p:nvCxnSpPr>
        <p:spPr>
          <a:xfrm>
            <a:off x="8370645" y="3088444"/>
            <a:ext cx="0" cy="54000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TLSHAPE_M_474d297198d5425c9487e9abdc401d8d_Title"/>
          <p:cNvSpPr txBox="1"/>
          <p:nvPr>
            <p:custDataLst>
              <p:tags r:id="rId19"/>
            </p:custDataLst>
          </p:nvPr>
        </p:nvSpPr>
        <p:spPr>
          <a:xfrm>
            <a:off x="7668645" y="2075935"/>
            <a:ext cx="1404000" cy="1015663"/>
          </a:xfrm>
          <a:prstGeom prst="rect">
            <a:avLst/>
          </a:prstGeom>
          <a:solidFill>
            <a:srgbClr val="78BCA5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fr-FR"/>
            </a:defPPr>
            <a:lvl1pPr algn="ctr">
              <a:defRPr sz="1600" b="1" spc="-6"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latin typeface="Verdana" panose="020B0604030504040204" pitchFamily="34" charset="0"/>
                <a:ea typeface="Verdana" panose="020B0604030504040204" pitchFamily="34" charset="0"/>
              </a:rPr>
              <a:t>Phase de suivi </a:t>
            </a:r>
          </a:p>
          <a:p>
            <a:r>
              <a:rPr lang="fr-FR" sz="1100" dirty="0">
                <a:latin typeface="Verdana" panose="020B0604030504040204" pitchFamily="34" charset="0"/>
                <a:ea typeface="Verdana" panose="020B0604030504040204" pitchFamily="34" charset="0"/>
              </a:rPr>
              <a:t>des recommandations</a:t>
            </a:r>
          </a:p>
          <a:p>
            <a:r>
              <a:rPr lang="fr-FR" sz="1100" dirty="0">
                <a:latin typeface="Verdana" panose="020B0604030504040204" pitchFamily="34" charset="0"/>
                <a:ea typeface="Verdana" panose="020B0604030504040204" pitchFamily="34" charset="0"/>
              </a:rPr>
              <a:t>et de mise en œuvre des plans d’action</a:t>
            </a:r>
          </a:p>
        </p:txBody>
      </p:sp>
      <p:sp>
        <p:nvSpPr>
          <p:cNvPr id="35" name="OTLSHAPE_TB_00000000000000000000000000000000_TimescaleInterval4"/>
          <p:cNvSpPr txBox="1"/>
          <p:nvPr>
            <p:custDataLst>
              <p:tags r:id="rId20"/>
            </p:custDataLst>
          </p:nvPr>
        </p:nvSpPr>
        <p:spPr>
          <a:xfrm>
            <a:off x="2291486" y="3598313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 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0653" y="5670082"/>
            <a:ext cx="87638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l"/>
            <a:r>
              <a:rPr lang="fr-FR" sz="11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fr-FR" sz="1100" b="1" i="1" dirty="0">
                <a:latin typeface="Verdana" panose="020B0604030504040204" pitchFamily="34" charset="0"/>
                <a:ea typeface="Verdana" panose="020B0604030504040204" pitchFamily="34" charset="0"/>
              </a:rPr>
              <a:t>Ces 2 étapes sont déterminantes pour le respect du planning prévisionnel du déroulement de la mission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7365960" y="1017973"/>
            <a:ext cx="1863765" cy="5924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DE SUIVI </a:t>
            </a:r>
          </a:p>
          <a:p>
            <a:pPr algn="ctr">
              <a:lnSpc>
                <a:spcPts val="1300"/>
              </a:lnSpc>
            </a:pPr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 RECOMMANDATIONS</a:t>
            </a:r>
          </a:p>
        </p:txBody>
      </p:sp>
      <p:sp>
        <p:nvSpPr>
          <p:cNvPr id="38" name="OTLSHAPE_TB_00000000000000000000000000000000_TimescaleInterval4"/>
          <p:cNvSpPr txBox="1"/>
          <p:nvPr>
            <p:custDataLst>
              <p:tags r:id="rId21"/>
            </p:custDataLst>
          </p:nvPr>
        </p:nvSpPr>
        <p:spPr>
          <a:xfrm>
            <a:off x="3817231" y="3587441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 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9" name="OTLSHAPE_TB_00000000000000000000000000000000_TimescaleInterval4"/>
          <p:cNvSpPr txBox="1"/>
          <p:nvPr>
            <p:custDataLst>
              <p:tags r:id="rId22"/>
            </p:custDataLst>
          </p:nvPr>
        </p:nvSpPr>
        <p:spPr>
          <a:xfrm>
            <a:off x="4803507" y="3603459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 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OTLSHAPE_TB_00000000000000000000000000000000_TimescaleInterval4"/>
          <p:cNvSpPr txBox="1"/>
          <p:nvPr>
            <p:custDataLst>
              <p:tags r:id="rId23"/>
            </p:custDataLst>
          </p:nvPr>
        </p:nvSpPr>
        <p:spPr>
          <a:xfrm>
            <a:off x="5718346" y="3598308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1" name="OTLSHAPE_TB_00000000000000000000000000000000_TimescaleInterval4"/>
          <p:cNvSpPr txBox="1"/>
          <p:nvPr>
            <p:custDataLst>
              <p:tags r:id="rId24"/>
            </p:custDataLst>
          </p:nvPr>
        </p:nvSpPr>
        <p:spPr>
          <a:xfrm>
            <a:off x="6592920" y="3584453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 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2" name="Bouton d'action : Personnalisé 41">
            <a:hlinkClick r:id="rId28" action="ppaction://hlinksldjump" highlightClick="1"/>
          </p:cNvPr>
          <p:cNvSpPr/>
          <p:nvPr/>
        </p:nvSpPr>
        <p:spPr>
          <a:xfrm>
            <a:off x="228540" y="5962037"/>
            <a:ext cx="2507885" cy="327715"/>
          </a:xfrm>
          <a:prstGeom prst="actionButtonBlank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b="1" i="1" dirty="0">
                <a:latin typeface="Verdana" panose="020B0604030504040204" pitchFamily="34" charset="0"/>
                <a:ea typeface="Verdana" panose="020B0604030504040204" pitchFamily="34" charset="0"/>
              </a:rPr>
              <a:t>Documents manquants</a:t>
            </a:r>
          </a:p>
        </p:txBody>
      </p:sp>
      <p:pic>
        <p:nvPicPr>
          <p:cNvPr id="43" name="Picture 2" descr="Résultat de recherche d'images pour &quot;icon warning png&quot;">
            <a:hlinkClick r:id="rId28" action="ppaction://hlinksldjump"/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894" y="3608668"/>
            <a:ext cx="215868" cy="21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Ellipse 46">
            <a:hlinkClick r:id="rId28" action="ppaction://hlinksldjump"/>
          </p:cNvPr>
          <p:cNvSpPr/>
          <p:nvPr/>
        </p:nvSpPr>
        <p:spPr>
          <a:xfrm>
            <a:off x="8220928" y="3582421"/>
            <a:ext cx="299434" cy="308783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9" name="Image 48"/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7408" y="3638961"/>
            <a:ext cx="208800" cy="182998"/>
          </a:xfrm>
          <a:prstGeom prst="rect">
            <a:avLst/>
          </a:prstGeom>
        </p:spPr>
      </p:pic>
      <p:pic>
        <p:nvPicPr>
          <p:cNvPr id="44" name="Picture 2" descr="Résultat de recherche d'images pour &quot;icon warning png&quot;">
            <a:hlinkClick r:id="rId28" action="ppaction://hlinksldjump"/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40" y="6017960"/>
            <a:ext cx="215868" cy="21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Image 49"/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0683" y="6032537"/>
            <a:ext cx="216000" cy="189308"/>
          </a:xfrm>
          <a:prstGeom prst="rect">
            <a:avLst/>
          </a:prstGeom>
        </p:spPr>
      </p:pic>
      <p:sp>
        <p:nvSpPr>
          <p:cNvPr id="51" name="Bouton d'action : Personnalisé 50">
            <a:hlinkClick r:id="" action="ppaction://noaction" highlightClick="1"/>
          </p:cNvPr>
          <p:cNvSpPr/>
          <p:nvPr/>
        </p:nvSpPr>
        <p:spPr>
          <a:xfrm>
            <a:off x="4265767" y="5948555"/>
            <a:ext cx="3280341" cy="359669"/>
          </a:xfrm>
          <a:prstGeom prst="actionButtonBlank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sz="1100" b="1" i="1" dirty="0">
                <a:latin typeface="Verdana" panose="020B0604030504040204" pitchFamily="34" charset="0"/>
                <a:ea typeface="Verdana" panose="020B0604030504040204" pitchFamily="34" charset="0"/>
              </a:rPr>
              <a:t>Délais de réalisation des plans d’action</a:t>
            </a:r>
          </a:p>
        </p:txBody>
      </p:sp>
    </p:spTree>
    <p:extLst>
      <p:ext uri="{BB962C8B-B14F-4D97-AF65-F5344CB8AC3E}">
        <p14:creationId xmlns:p14="http://schemas.microsoft.com/office/powerpoint/2010/main" val="129331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Planning prévisionnel des prochains entretiens</a:t>
            </a:r>
          </a:p>
        </p:txBody>
      </p:sp>
      <p:graphicFrame>
        <p:nvGraphicFramePr>
          <p:cNvPr id="3" name="Tableau 2"/>
          <p:cNvGraphicFramePr>
            <a:graphicFrameLocks noGrp="1"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8868217"/>
              </p:ext>
            </p:extLst>
          </p:nvPr>
        </p:nvGraphicFramePr>
        <p:xfrm>
          <a:off x="170639" y="1117485"/>
          <a:ext cx="8802723" cy="1696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9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890"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CONTACTS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ENTITÉS / PROJETS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DATES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200" kern="1200" baseline="0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84737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9602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3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989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Documents manquants</a:t>
            </a:r>
          </a:p>
        </p:txBody>
      </p:sp>
      <p:graphicFrame>
        <p:nvGraphicFramePr>
          <p:cNvPr id="5" name="Tableau 4"/>
          <p:cNvGraphicFramePr>
            <a:graphicFrameLocks noGrp="1"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3373493"/>
              </p:ext>
            </p:extLst>
          </p:nvPr>
        </p:nvGraphicFramePr>
        <p:xfrm>
          <a:off x="170639" y="1117485"/>
          <a:ext cx="8802723" cy="1696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8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890"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DOCUMENTS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ENTITÉS / PROJETS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84737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9602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32802"/>
                  </a:ext>
                </a:extLst>
              </a:tr>
            </a:tbl>
          </a:graphicData>
        </a:graphic>
      </p:graphicFrame>
      <p:sp>
        <p:nvSpPr>
          <p:cNvPr id="6" name="Rectangle à coins arrondis 5"/>
          <p:cNvSpPr/>
          <p:nvPr/>
        </p:nvSpPr>
        <p:spPr>
          <a:xfrm>
            <a:off x="7768488" y="162500"/>
            <a:ext cx="1172859" cy="24817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Verdana" panose="020B0604030504040204" pitchFamily="34" charset="0"/>
                <a:ea typeface="Verdana" panose="020B0604030504040204" pitchFamily="34" charset="0"/>
              </a:rPr>
              <a:t>Si applicable</a:t>
            </a:r>
          </a:p>
        </p:txBody>
      </p:sp>
    </p:spTree>
    <p:extLst>
      <p:ext uri="{BB962C8B-B14F-4D97-AF65-F5344CB8AC3E}">
        <p14:creationId xmlns:p14="http://schemas.microsoft.com/office/powerpoint/2010/main" val="2627644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5309-8FA7-6FE6-A158-CC9D8D8C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 descr="A aerial view of a field&#10;&#10;Description automatically generated">
            <a:extLst>
              <a:ext uri="{FF2B5EF4-FFF2-40B4-BE49-F238E27FC236}">
                <a16:creationId xmlns:a16="http://schemas.microsoft.com/office/drawing/2014/main" id="{C69D8FD1-AB92-2509-3541-64625C80CD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9421" r="9421"/>
          <a:stretch>
            <a:fillRect/>
          </a:stretch>
        </p:blipFill>
        <p:spPr>
          <a:xfrm>
            <a:off x="0" y="0"/>
            <a:ext cx="6228480" cy="6857999"/>
          </a:xfr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31063A22-8B56-0221-7D52-E526BD228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3374" y="6129519"/>
            <a:ext cx="1821852" cy="792964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42A03032-661E-CB77-73BF-A964AD56741A}"/>
              </a:ext>
            </a:extLst>
          </p:cNvPr>
          <p:cNvSpPr txBox="1">
            <a:spLocks/>
          </p:cNvSpPr>
          <p:nvPr/>
        </p:nvSpPr>
        <p:spPr bwMode="gray">
          <a:xfrm>
            <a:off x="82156" y="5747645"/>
            <a:ext cx="4896244" cy="847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000" tIns="36000" rIns="108000" bIns="36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16429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832857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249285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665714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082143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498572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915000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331429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buClrTx/>
            </a:pPr>
            <a:r>
              <a:rPr lang="fr-FR" sz="1800" b="1" cap="all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MERCI de VOTRE ATTENTION</a:t>
            </a:r>
          </a:p>
          <a:p>
            <a:pPr algn="l">
              <a:lnSpc>
                <a:spcPct val="150000"/>
              </a:lnSpc>
              <a:buClrTx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GROUPE</a:t>
            </a:r>
          </a:p>
        </p:txBody>
      </p:sp>
      <p:pic>
        <p:nvPicPr>
          <p:cNvPr id="5" name="Picture 4" descr="A close-up of a green leaf&#10;&#10;AI-generated content may be incorrect.">
            <a:extLst>
              <a:ext uri="{FF2B5EF4-FFF2-40B4-BE49-F238E27FC236}">
                <a16:creationId xmlns:a16="http://schemas.microsoft.com/office/drawing/2014/main" id="{943D67F2-79E2-B790-B3B5-9B9871E1B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81" y="1422400"/>
            <a:ext cx="45720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99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NP_IDX" val="19"/>
  <p:tag name="NEWNAMES" val="True"/>
  <p:tag name="ISNEWSLIDENUMBER" val="False"/>
  <p:tag name="MTFACCENT" val="Accent3"/>
  <p:tag name="THINKCELLPRESENTATIONDONOTDELETE" val="&lt;?xml version=&quot;1.0&quot; encoding=&quot;UTF-16&quot; standalone=&quot;yes&quot;?&gt;&lt;root reqver=&quot;23045&quot;&gt;&lt;version val=&quot;2514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17&quot;&gt;&lt;elem m_fUsage=&quot;4.27926155023138576894E+00&quot;&gt;&lt;m_msothmcolidx val=&quot;0&quot;/&gt;&lt;m_rgb r=&quot;9F&quot; g=&quot;B9&quot; b=&quot;BD&quot;/&gt;&lt;m_nBrightness val=&quot;0&quot;/&gt;&lt;/elem&gt;&lt;elem m_fUsage=&quot;3.21235780324908670735E+00&quot;&gt;&lt;m_msothmcolidx val=&quot;0&quot;/&gt;&lt;m_rgb r=&quot;12&quot; g=&quot;8F&quot; b=&quot;A7&quot;/&gt;&lt;m_nBrightness val=&quot;0&quot;/&gt;&lt;/elem&gt;&lt;elem m_fUsage=&quot;1.95846439776918579412E+00&quot;&gt;&lt;m_msothmcolidx val=&quot;0&quot;/&gt;&lt;m_rgb r=&quot;D9&quot; g=&quot;D9&quot; b=&quot;D9&quot;/&gt;&lt;m_nBrightness val=&quot;0&quot;/&gt;&lt;/elem&gt;&lt;elem m_fUsage=&quot;1.79625817638521534381E-01&quot;&gt;&lt;m_msothmcolidx val=&quot;0&quot;/&gt;&lt;m_rgb r=&quot;F7&quot; g=&quot;FA&quot; b=&quot;EF&quot;/&gt;&lt;m_nBrightness val=&quot;0&quot;/&gt;&lt;/elem&gt;&lt;elem m_fUsage=&quot;1.17077007268540159157E-01&quot;&gt;&lt;m_msothmcolidx val=&quot;0&quot;/&gt;&lt;m_rgb r=&quot;E4&quot; g=&quot;F0&quot; b=&quot;CA&quot;/&gt;&lt;m_nBrightness val=&quot;0&quot;/&gt;&lt;/elem&gt;&lt;elem m_fUsage=&quot;7.97664430768725701837E-02&quot;&gt;&lt;m_msothmcolidx val=&quot;0&quot;/&gt;&lt;m_rgb r=&quot;00&quot; g=&quot;29&quot; b=&quot;60&quot;/&gt;&lt;m_nBrightness val=&quot;0&quot;/&gt;&lt;/elem&gt;&lt;elem m_fUsage=&quot;3.93177252631583609710E-02&quot;&gt;&lt;m_msothmcolidx val=&quot;0&quot;/&gt;&lt;m_rgb r=&quot;DC&quot; g=&quot;EB&quot; b=&quot;BA&quot;/&gt;&lt;m_nBrightness val=&quot;0&quot;/&gt;&lt;/elem&gt;&lt;elem m_fUsage=&quot;3.05456721927695809549E-02&quot;&gt;&lt;m_msothmcolidx val=&quot;0&quot;/&gt;&lt;m_rgb r=&quot;F3&quot; g=&quot;F8&quot; b=&quot;E7&quot;/&gt;&lt;m_nBrightness val=&quot;0&quot;/&gt;&lt;/elem&gt;&lt;elem m_fUsage=&quot;2.33961073390555850116E-02&quot;&gt;&lt;m_msothmcolidx val=&quot;0&quot;/&gt;&lt;m_rgb r=&quot;FA&quot; g=&quot;30&quot; b=&quot;25&quot;/&gt;&lt;m_nBrightness val=&quot;0&quot;/&gt;&lt;/elem&gt;&lt;elem m_fUsage=&quot;2.25283995449391989674E-02&quot;&gt;&lt;m_msothmcolidx val=&quot;0&quot;/&gt;&lt;m_rgb r=&quot;EC&quot; g=&quot;F4&quot; b=&quot;D9&quot;/&gt;&lt;m_nBrightness val=&quot;0&quot;/&gt;&lt;/elem&gt;&lt;elem m_fUsage=&quot;1.82480036314007498799E-02&quot;&gt;&lt;m_msothmcolidx val=&quot;0&quot;/&gt;&lt;m_rgb r=&quot;EF&quot; g=&quot;EF&quot; b=&quot;EF&quot;/&gt;&lt;m_nBrightness val=&quot;0&quot;/&gt;&lt;/elem&gt;&lt;elem m_fUsage=&quot;1.64232032682606748919E-02&quot;&gt;&lt;m_msothmcolidx val=&quot;0&quot;/&gt;&lt;m_rgb r=&quot;CE&quot; g=&quot;CE&quot; b=&quot;CE&quot;/&gt;&lt;m_nBrightness val=&quot;0&quot;/&gt;&lt;/elem&gt;&lt;elem m_fUsage=&quot;4.63839768658810738117E-03&quot;&gt;&lt;m_msothmcolidx val=&quot;0&quot;/&gt;&lt;m_rgb r=&quot;2A&quot; g=&quot;42&quot; b=&quot;00&quot;/&gt;&lt;m_nBrightness val=&quot;0&quot;/&gt;&lt;/elem&gt;&lt;elem m_fUsage=&quot;3.25258864284512462170E-03&quot;&gt;&lt;m_msothmcolidx val=&quot;0&quot;/&gt;&lt;m_rgb r=&quot;DD&quot; g=&quot;DD&quot; b=&quot;DD&quot;/&gt;&lt;m_nBrightness val=&quot;0&quot;/&gt;&lt;/elem&gt;&lt;elem m_fUsage=&quot;1.99667811101603706950E-03&quot;&gt;&lt;m_msothmcolidx val=&quot;0&quot;/&gt;&lt;m_rgb r=&quot;FE&quot; g=&quot;0E&quot; b=&quot;01&quot;/&gt;&lt;m_nBrightness val=&quot;0&quot;/&gt;&lt;/elem&gt;&lt;elem m_fUsage=&quot;1.31002050863762210288E-03&quot;&gt;&lt;m_msothmcolidx val=&quot;0&quot;/&gt;&lt;m_rgb r=&quot;EA&quot; g=&quot;EA&quot; b=&quot;EA&quot;/&gt;&lt;m_nBrightness val=&quot;0&quot;/&gt;&lt;/elem&gt;&lt;elem m_fUsage=&quot;1.17901845777385982754E-03&quot;&gt;&lt;m_msothmcolidx val=&quot;0&quot;/&gt;&lt;m_rgb r=&quot;80&quot; g=&quot;80&quot; b=&quot;8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MTBTACCENT" val="Accent3"/>
  <p:tag name="PREVIOUSNAME" val="C:\Users\Aida Oualalou\Box Sync\Confidentiel - OM\3. Deck\20190212_OCP_OM_v0.4aou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theme1.xml><?xml version="1.0" encoding="utf-8"?>
<a:theme xmlns:a="http://schemas.openxmlformats.org/drawingml/2006/main" name="2_OCP_CF_AF40470">
  <a:themeElements>
    <a:clrScheme name="Current">
      <a:dk1>
        <a:srgbClr val="000000"/>
      </a:dk1>
      <a:lt1>
        <a:srgbClr val="FFFFFF"/>
      </a:lt1>
      <a:dk2>
        <a:srgbClr val="288E15"/>
      </a:dk2>
      <a:lt2>
        <a:srgbClr val="C0CF3A"/>
      </a:lt2>
      <a:accent1>
        <a:srgbClr val="DBEFD4"/>
      </a:accent1>
      <a:accent2>
        <a:srgbClr val="8AB833"/>
      </a:accent2>
      <a:accent3>
        <a:srgbClr val="549E39"/>
      </a:accent3>
      <a:accent4>
        <a:srgbClr val="288E15"/>
      </a:accent4>
      <a:accent5>
        <a:srgbClr val="FF9933"/>
      </a:accent5>
      <a:accent6>
        <a:srgbClr val="808080"/>
      </a:accent6>
      <a:hlink>
        <a:srgbClr val="549E39"/>
      </a:hlink>
      <a:folHlink>
        <a:srgbClr val="288E15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288E15"/>
        </a:dk2>
        <a:lt2>
          <a:srgbClr val="C0CF3A"/>
        </a:lt2>
        <a:accent1>
          <a:srgbClr val="DBEFD4"/>
        </a:accent1>
        <a:accent2>
          <a:srgbClr val="8AB833"/>
        </a:accent2>
        <a:accent3>
          <a:srgbClr val="549E39"/>
        </a:accent3>
        <a:accent4>
          <a:srgbClr val="288E15"/>
        </a:accent4>
        <a:accent5>
          <a:srgbClr val="FF9933"/>
        </a:accent5>
        <a:accent6>
          <a:srgbClr val="808080"/>
        </a:accent6>
        <a:hlink>
          <a:srgbClr val="549E39"/>
        </a:hlink>
        <a:folHlink>
          <a:srgbClr val="288E1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CP_CF_AF40470.potx" id="{5CC18704-5D19-4195-9F99-62E429CBE480}" vid="{DE8761D2-AC27-48AD-9853-32F72A7133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1CB7CF766AFC44AA58566BCB8A9DEB" ma:contentTypeVersion="3" ma:contentTypeDescription="Crée un document." ma:contentTypeScope="" ma:versionID="c7ab34e1030ea16ebf4ed3af61ee5a10">
  <xsd:schema xmlns:xsd="http://www.w3.org/2001/XMLSchema" xmlns:xs="http://www.w3.org/2001/XMLSchema" xmlns:p="http://schemas.microsoft.com/office/2006/metadata/properties" xmlns:ns2="24fb18e7-6940-4938-81f3-01f40f9b3880" targetNamespace="http://schemas.microsoft.com/office/2006/metadata/properties" ma:root="true" ma:fieldsID="a5c0927d69bdcdc218ab6e3bdb69e25a" ns2:_="">
    <xsd:import namespace="24fb18e7-6940-4938-81f3-01f40f9b388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fb18e7-6940-4938-81f3-01f40f9b388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9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4fb18e7-6940-4938-81f3-01f40f9b3880">WW4C5TVA2UJF-2080460541-117</_dlc_DocId>
    <_dlc_DocIdUrl xmlns="24fb18e7-6940-4938-81f3-01f40f9b3880">
      <Url>https://portailcollaboratif.ocpgroup.ma/sites/auditgroupe/_layouts/15/DocIdRedir.aspx?ID=WW4C5TVA2UJF-2080460541-117</Url>
      <Description>WW4C5TVA2UJF-2080460541-117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BCE85-34E7-43B4-B798-CEBAB6269E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fb18e7-6940-4938-81f3-01f40f9b38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2B5B77-D647-4AE8-BA56-5B96ED249DC9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05944FB-04C1-44BB-ADE2-59256F5C0EE7}">
  <ds:schemaRefs>
    <ds:schemaRef ds:uri="http://purl.org/dc/dcmitype/"/>
    <ds:schemaRef ds:uri="24fb18e7-6940-4938-81f3-01f40f9b3880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B49BA6A6-CFCD-482A-B478-9F8B84AD9B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181310</TotalTime>
  <Words>1184</Words>
  <Application>Microsoft Macintosh PowerPoint</Application>
  <PresentationFormat>On-screen Show (4:3)</PresentationFormat>
  <Paragraphs>226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Poppins</vt:lpstr>
      <vt:lpstr>Verdana</vt:lpstr>
      <vt:lpstr>2_OCP_CF_AF40470</vt:lpstr>
      <vt:lpstr>Diapositive think-cell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EL KHAYATI Ilham</dc:creator>
  <cp:lastModifiedBy>Sami RIFKY</cp:lastModifiedBy>
  <cp:revision>12120</cp:revision>
  <cp:lastPrinted>2019-12-13T16:59:18Z</cp:lastPrinted>
  <dcterms:created xsi:type="dcterms:W3CDTF">2017-03-02T06:27:31Z</dcterms:created>
  <dcterms:modified xsi:type="dcterms:W3CDTF">2025-03-11T11:15:58Z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Ported">
    <vt:lpwstr>17/12/2012 15:03:46</vt:lpwstr>
  </property>
  <property fmtid="{D5CDD505-2E9C-101B-9397-08002B2CF9AE}" pid="3" name="Delivery Date">
    <vt:lpwstr/>
  </property>
  <property fmtid="{D5CDD505-2E9C-101B-9397-08002B2CF9AE}" pid="4" name="DocID">
    <vt:lpwstr/>
  </property>
  <property fmtid="{D5CDD505-2E9C-101B-9397-08002B2CF9AE}" pid="5" name="DocIDPosition">
    <vt:i4>1</vt:i4>
  </property>
  <property fmtid="{D5CDD505-2E9C-101B-9397-08002B2CF9AE}" pid="6" name="DocIDinSlide">
    <vt:bool>true</vt:bool>
  </property>
  <property fmtid="{D5CDD505-2E9C-101B-9397-08002B2CF9AE}" pid="7" name="DocIDinTitle">
    <vt:bool>true</vt:bool>
  </property>
  <property fmtid="{D5CDD505-2E9C-101B-9397-08002B2CF9AE}" pid="8" name="Event">
    <vt:lpwstr/>
  </property>
  <property fmtid="{D5CDD505-2E9C-101B-9397-08002B2CF9AE}" pid="9" name="Final">
    <vt:bool>true</vt:bool>
  </property>
  <property fmtid="{D5CDD505-2E9C-101B-9397-08002B2CF9AE}" pid="10" name="LastEditedOfficeVersion">
    <vt:lpwstr>Office2010</vt:lpwstr>
  </property>
  <property fmtid="{D5CDD505-2E9C-101B-9397-08002B2CF9AE}" pid="11" name="McKPaperSize">
    <vt:lpwstr>A4</vt:lpwstr>
  </property>
  <property fmtid="{D5CDD505-2E9C-101B-9397-08002B2CF9AE}" pid="12" name="NXPowerLiteLastOptimized">
    <vt:lpwstr>16599854</vt:lpwstr>
  </property>
  <property fmtid="{D5CDD505-2E9C-101B-9397-08002B2CF9AE}" pid="13" name="NXPowerLiteSettings">
    <vt:lpwstr>E7000400038000</vt:lpwstr>
  </property>
  <property fmtid="{D5CDD505-2E9C-101B-9397-08002B2CF9AE}" pid="14" name="NXPowerLiteVersion">
    <vt:lpwstr>D7.0.2</vt:lpwstr>
  </property>
  <property fmtid="{D5CDD505-2E9C-101B-9397-08002B2CF9AE}" pid="15" name="NotesPageLayout">
    <vt:lpwstr>Message</vt:lpwstr>
  </property>
  <property fmtid="{D5CDD505-2E9C-101B-9397-08002B2CF9AE}" pid="16" name="Office2003EditCount">
    <vt:lpwstr>1</vt:lpwstr>
  </property>
  <property fmtid="{D5CDD505-2E9C-101B-9397-08002B2CF9AE}" pid="17" name="Office2010EditCount">
    <vt:lpwstr>1</vt:lpwstr>
  </property>
  <property fmtid="{D5CDD505-2E9C-101B-9397-08002B2CF9AE}" pid="18" name="Office2010WasSaved">
    <vt:lpwstr>1</vt:lpwstr>
  </property>
  <property fmtid="{D5CDD505-2E9C-101B-9397-08002B2CF9AE}" pid="19" name="PortedBy">
    <vt:lpwstr>Karima Benaich</vt:lpwstr>
  </property>
  <property fmtid="{D5CDD505-2E9C-101B-9397-08002B2CF9AE}" pid="20" name="Title">
    <vt:lpwstr>Slide 0</vt:lpwstr>
  </property>
  <property fmtid="{D5CDD505-2E9C-101B-9397-08002B2CF9AE}" pid="21" name="Universal Objects">
    <vt:bool>true</vt:bool>
  </property>
  <property fmtid="{D5CDD505-2E9C-101B-9397-08002B2CF9AE}" pid="22" name="VGCompatibilityCheck Run By">
    <vt:lpwstr>Salik Mansoor MY</vt:lpwstr>
  </property>
  <property fmtid="{D5CDD505-2E9C-101B-9397-08002B2CF9AE}" pid="23" name="VGCompatibilityCheck Run On ">
    <vt:lpwstr>4/21/2015 10:09:52 AM</vt:lpwstr>
  </property>
  <property fmtid="{D5CDD505-2E9C-101B-9397-08002B2CF9AE}" pid="24" name="ContentTypeId">
    <vt:lpwstr>0x010100ED1CB7CF766AFC44AA58566BCB8A9DEB</vt:lpwstr>
  </property>
  <property fmtid="{D5CDD505-2E9C-101B-9397-08002B2CF9AE}" pid="25" name="VGCompatibilityCheck Run On">
    <vt:lpwstr>4/21/2015 10:09:52 AM</vt:lpwstr>
  </property>
  <property fmtid="{D5CDD505-2E9C-101B-9397-08002B2CF9AE}" pid="26" name="_dlc_DocIdItemGuid">
    <vt:lpwstr>c3e4cac7-dafe-417f-a7ff-5855e7ee7a4c</vt:lpwstr>
  </property>
</Properties>
</file>